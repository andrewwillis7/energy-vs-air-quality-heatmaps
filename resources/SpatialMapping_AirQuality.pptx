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4"/>
    <p:sldMasterId id="214748370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Arimo"/>
      <p:regular r:id="rId18"/>
      <p:bold r:id="rId19"/>
      <p:italic r:id="rId20"/>
      <p:boldItalic r:id="rId21"/>
    </p:embeddedFont>
    <p:embeddedFont>
      <p:font typeface="Arimo SemiBold"/>
      <p:regular r:id="rId22"/>
      <p:bold r:id="rId23"/>
      <p:italic r:id="rId24"/>
      <p:boldItalic r:id="rId25"/>
    </p:embeddedFont>
    <p:embeddedFont>
      <p:font typeface="Arimo Medium"/>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rimo-italic.fntdata"/><Relationship Id="rId22" Type="http://schemas.openxmlformats.org/officeDocument/2006/relationships/font" Target="fonts/ArimoSemiBold-regular.fntdata"/><Relationship Id="rId21" Type="http://schemas.openxmlformats.org/officeDocument/2006/relationships/font" Target="fonts/Arimo-boldItalic.fntdata"/><Relationship Id="rId24" Type="http://schemas.openxmlformats.org/officeDocument/2006/relationships/font" Target="fonts/ArimoSemiBold-italic.fntdata"/><Relationship Id="rId23" Type="http://schemas.openxmlformats.org/officeDocument/2006/relationships/font" Target="fonts/Arimo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ArimoMedium-regular.fntdata"/><Relationship Id="rId25" Type="http://schemas.openxmlformats.org/officeDocument/2006/relationships/font" Target="fonts/ArimoSemiBold-boldItalic.fntdata"/><Relationship Id="rId28" Type="http://schemas.openxmlformats.org/officeDocument/2006/relationships/font" Target="fonts/ArimoMedium-italic.fntdata"/><Relationship Id="rId27" Type="http://schemas.openxmlformats.org/officeDocument/2006/relationships/font" Target="fonts/ArimoMedium-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ArimoMedium-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Arimo-bold.fntdata"/><Relationship Id="rId18" Type="http://schemas.openxmlformats.org/officeDocument/2006/relationships/font" Target="fonts/Arim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a55c4acd2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a55c4acd2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a55c4acd23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a55c4acd23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a55c4acd23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a55c4acd23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a55c4acd23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a55c4acd23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a55c4acd23_0_10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a55c4acd23_0_10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Automatic Feature Creation, Linear Regression, CSV Parsing</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a55c4acd23_0_10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a55c4acd23_0_10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Automatic Feature Creation, Linear Regression, CSV Parsing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a55c4acd23_0_10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a55c4acd23_0_1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Automatic Feature Creation, Linear Regression, CSV Parsing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a55c4acd23_0_10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a55c4acd23_0_10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Automatic Feature Creation, Linear Regression, CSV Parsing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a55c4acd23_0_1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a55c4acd23_0_1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Automatic Feature Creation, Linear Regression, CSV Parsing</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a55c4acd23_0_10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a55c4acd23_0_10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a55c4acd23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a55c4acd23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_3">
    <p:bg>
      <p:bgPr>
        <a:solidFill>
          <a:schemeClr val="accent5"/>
        </a:solidFill>
      </p:bgPr>
    </p:bg>
    <p:spTree>
      <p:nvGrpSpPr>
        <p:cNvPr id="53" name="Shape 53"/>
        <p:cNvGrpSpPr/>
        <p:nvPr/>
      </p:nvGrpSpPr>
      <p:grpSpPr>
        <a:xfrm>
          <a:off x="0" y="0"/>
          <a:ext cx="0" cy="0"/>
          <a:chOff x="0" y="0"/>
          <a:chExt cx="0" cy="0"/>
        </a:xfrm>
      </p:grpSpPr>
      <p:pic>
        <p:nvPicPr>
          <p:cNvPr id="54" name="Google Shape;54;p14"/>
          <p:cNvPicPr preferRelativeResize="0"/>
          <p:nvPr/>
        </p:nvPicPr>
        <p:blipFill rotWithShape="1">
          <a:blip r:embed="rId2">
            <a:alphaModFix amt="60000"/>
          </a:blip>
          <a:srcRect b="4816" l="0" r="0" t="0"/>
          <a:stretch/>
        </p:blipFill>
        <p:spPr>
          <a:xfrm>
            <a:off x="277500" y="277500"/>
            <a:ext cx="8589000" cy="4599000"/>
          </a:xfrm>
          <a:prstGeom prst="roundRect">
            <a:avLst>
              <a:gd fmla="val 13515" name="adj"/>
            </a:avLst>
          </a:prstGeom>
          <a:noFill/>
          <a:ln>
            <a:noFill/>
          </a:ln>
        </p:spPr>
      </p:pic>
      <p:sp>
        <p:nvSpPr>
          <p:cNvPr id="55" name="Google Shape;55;p14"/>
          <p:cNvSpPr txBox="1"/>
          <p:nvPr>
            <p:ph idx="1" type="subTitle"/>
          </p:nvPr>
        </p:nvSpPr>
        <p:spPr>
          <a:xfrm>
            <a:off x="821004" y="4044275"/>
            <a:ext cx="5859300" cy="4527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cxnSp>
        <p:nvCxnSpPr>
          <p:cNvPr id="56" name="Google Shape;56;p14"/>
          <p:cNvCxnSpPr/>
          <p:nvPr/>
        </p:nvCxnSpPr>
        <p:spPr>
          <a:xfrm>
            <a:off x="805650" y="792575"/>
            <a:ext cx="7547100" cy="0"/>
          </a:xfrm>
          <a:prstGeom prst="straightConnector1">
            <a:avLst/>
          </a:prstGeom>
          <a:noFill/>
          <a:ln cap="flat" cmpd="sng" w="9525">
            <a:solidFill>
              <a:schemeClr val="dk1"/>
            </a:solidFill>
            <a:prstDash val="solid"/>
            <a:round/>
            <a:headEnd len="med" w="med" type="none"/>
            <a:tailEnd len="med" w="med" type="none"/>
          </a:ln>
        </p:spPr>
      </p:cxnSp>
      <p:cxnSp>
        <p:nvCxnSpPr>
          <p:cNvPr id="57" name="Google Shape;57;p14"/>
          <p:cNvCxnSpPr/>
          <p:nvPr/>
        </p:nvCxnSpPr>
        <p:spPr>
          <a:xfrm>
            <a:off x="805650" y="4521775"/>
            <a:ext cx="7547100" cy="0"/>
          </a:xfrm>
          <a:prstGeom prst="straightConnector1">
            <a:avLst/>
          </a:prstGeom>
          <a:noFill/>
          <a:ln cap="flat" cmpd="sng" w="9525">
            <a:solidFill>
              <a:schemeClr val="dk1"/>
            </a:solidFill>
            <a:prstDash val="solid"/>
            <a:round/>
            <a:headEnd len="med" w="med" type="none"/>
            <a:tailEnd len="med" w="med" type="none"/>
          </a:ln>
        </p:spPr>
      </p:cxnSp>
      <p:sp>
        <p:nvSpPr>
          <p:cNvPr id="58" name="Google Shape;58;p14"/>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59" name="Google Shape;59;p14"/>
          <p:cNvSpPr txBox="1"/>
          <p:nvPr>
            <p:ph idx="3" type="subTitle"/>
          </p:nvPr>
        </p:nvSpPr>
        <p:spPr>
          <a:xfrm>
            <a:off x="267990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60" name="Google Shape;60;p14"/>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61" name="Google Shape;61;p14"/>
          <p:cNvSpPr txBox="1"/>
          <p:nvPr>
            <p:ph type="title"/>
          </p:nvPr>
        </p:nvSpPr>
        <p:spPr>
          <a:xfrm>
            <a:off x="795525" y="2323100"/>
            <a:ext cx="4838100" cy="1453200"/>
          </a:xfrm>
          <a:prstGeom prst="rect">
            <a:avLst/>
          </a:prstGeom>
        </p:spPr>
        <p:txBody>
          <a:bodyPr anchorCtr="0" anchor="b" bIns="0" lIns="0" spcFirstLastPara="1" rIns="0" wrap="square" tIns="0">
            <a:noAutofit/>
          </a:bodyPr>
          <a:lstStyle>
            <a:lvl1pPr lvl="0">
              <a:lnSpc>
                <a:spcPct val="80000"/>
              </a:lnSpc>
              <a:spcBef>
                <a:spcPts val="0"/>
              </a:spcBef>
              <a:spcAft>
                <a:spcPts val="0"/>
              </a:spcAft>
              <a:buNone/>
              <a:defRPr sz="5000"/>
            </a:lvl1pPr>
            <a:lvl2pPr lvl="1">
              <a:lnSpc>
                <a:spcPct val="80000"/>
              </a:lnSpc>
              <a:spcBef>
                <a:spcPts val="0"/>
              </a:spcBef>
              <a:spcAft>
                <a:spcPts val="0"/>
              </a:spcAft>
              <a:buNone/>
              <a:defRPr sz="5000"/>
            </a:lvl2pPr>
            <a:lvl3pPr lvl="2">
              <a:lnSpc>
                <a:spcPct val="80000"/>
              </a:lnSpc>
              <a:spcBef>
                <a:spcPts val="0"/>
              </a:spcBef>
              <a:spcAft>
                <a:spcPts val="0"/>
              </a:spcAft>
              <a:buNone/>
              <a:defRPr sz="5000"/>
            </a:lvl3pPr>
            <a:lvl4pPr lvl="3">
              <a:lnSpc>
                <a:spcPct val="80000"/>
              </a:lnSpc>
              <a:spcBef>
                <a:spcPts val="0"/>
              </a:spcBef>
              <a:spcAft>
                <a:spcPts val="0"/>
              </a:spcAft>
              <a:buNone/>
              <a:defRPr sz="5000"/>
            </a:lvl4pPr>
            <a:lvl5pPr lvl="4">
              <a:lnSpc>
                <a:spcPct val="80000"/>
              </a:lnSpc>
              <a:spcBef>
                <a:spcPts val="0"/>
              </a:spcBef>
              <a:spcAft>
                <a:spcPts val="0"/>
              </a:spcAft>
              <a:buNone/>
              <a:defRPr sz="5000"/>
            </a:lvl5pPr>
            <a:lvl6pPr lvl="5">
              <a:lnSpc>
                <a:spcPct val="80000"/>
              </a:lnSpc>
              <a:spcBef>
                <a:spcPts val="0"/>
              </a:spcBef>
              <a:spcAft>
                <a:spcPts val="0"/>
              </a:spcAft>
              <a:buNone/>
              <a:defRPr sz="5000"/>
            </a:lvl6pPr>
            <a:lvl7pPr lvl="6">
              <a:lnSpc>
                <a:spcPct val="80000"/>
              </a:lnSpc>
              <a:spcBef>
                <a:spcPts val="0"/>
              </a:spcBef>
              <a:spcAft>
                <a:spcPts val="0"/>
              </a:spcAft>
              <a:buNone/>
              <a:defRPr sz="5000"/>
            </a:lvl7pPr>
            <a:lvl8pPr lvl="7">
              <a:lnSpc>
                <a:spcPct val="80000"/>
              </a:lnSpc>
              <a:spcBef>
                <a:spcPts val="0"/>
              </a:spcBef>
              <a:spcAft>
                <a:spcPts val="0"/>
              </a:spcAft>
              <a:buNone/>
              <a:defRPr sz="5000"/>
            </a:lvl8pPr>
            <a:lvl9pPr lvl="8">
              <a:lnSpc>
                <a:spcPct val="80000"/>
              </a:lnSpc>
              <a:spcBef>
                <a:spcPts val="0"/>
              </a:spcBef>
              <a:spcAft>
                <a:spcPts val="0"/>
              </a:spcAft>
              <a:buNone/>
              <a:defRPr sz="5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2">
  <p:cSld name="BLANK_1_1_1">
    <p:bg>
      <p:bgPr>
        <a:solidFill>
          <a:schemeClr val="accent5"/>
        </a:solidFill>
      </p:bgPr>
    </p:bg>
    <p:spTree>
      <p:nvGrpSpPr>
        <p:cNvPr id="62" name="Shape 62"/>
        <p:cNvGrpSpPr/>
        <p:nvPr/>
      </p:nvGrpSpPr>
      <p:grpSpPr>
        <a:xfrm>
          <a:off x="0" y="0"/>
          <a:ext cx="0" cy="0"/>
          <a:chOff x="0" y="0"/>
          <a:chExt cx="0" cy="0"/>
        </a:xfrm>
      </p:grpSpPr>
      <p:grpSp>
        <p:nvGrpSpPr>
          <p:cNvPr id="63" name="Google Shape;63;p15"/>
          <p:cNvGrpSpPr/>
          <p:nvPr/>
        </p:nvGrpSpPr>
        <p:grpSpPr>
          <a:xfrm>
            <a:off x="277515" y="277501"/>
            <a:ext cx="8589075" cy="4593888"/>
            <a:chOff x="277500" y="277500"/>
            <a:chExt cx="8589075" cy="4593888"/>
          </a:xfrm>
        </p:grpSpPr>
        <p:pic>
          <p:nvPicPr>
            <p:cNvPr id="64" name="Google Shape;64;p15"/>
            <p:cNvPicPr preferRelativeResize="0"/>
            <p:nvPr/>
          </p:nvPicPr>
          <p:blipFill>
            <a:blip r:embed="rId2">
              <a:alphaModFix amt="10000"/>
            </a:blip>
            <a:stretch>
              <a:fillRect/>
            </a:stretch>
          </p:blipFill>
          <p:spPr>
            <a:xfrm>
              <a:off x="277575" y="277500"/>
              <a:ext cx="8589000" cy="4593888"/>
            </a:xfrm>
            <a:prstGeom prst="rect">
              <a:avLst/>
            </a:prstGeom>
            <a:noFill/>
            <a:ln>
              <a:noFill/>
            </a:ln>
          </p:spPr>
        </p:pic>
        <p:sp>
          <p:nvSpPr>
            <p:cNvPr id="65" name="Google Shape;65;p15"/>
            <p:cNvSpPr/>
            <p:nvPr/>
          </p:nvSpPr>
          <p:spPr>
            <a:xfrm>
              <a:off x="277500" y="277500"/>
              <a:ext cx="8589000" cy="4582500"/>
            </a:xfrm>
            <a:prstGeom prst="roundRect">
              <a:avLst>
                <a:gd fmla="val 6093"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rimo"/>
                <a:ea typeface="Arimo"/>
                <a:cs typeface="Arimo"/>
                <a:sym typeface="Arimo"/>
              </a:endParaRPr>
            </a:p>
          </p:txBody>
        </p:sp>
      </p:grpSp>
      <p:sp>
        <p:nvSpPr>
          <p:cNvPr id="66" name="Google Shape;66;p15"/>
          <p:cNvSpPr/>
          <p:nvPr/>
        </p:nvSpPr>
        <p:spPr>
          <a:xfrm>
            <a:off x="601356" y="3751056"/>
            <a:ext cx="576000" cy="576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Arimo"/>
              <a:ea typeface="Arimo"/>
              <a:cs typeface="Arimo"/>
              <a:sym typeface="Arimo"/>
            </a:endParaRPr>
          </a:p>
        </p:txBody>
      </p:sp>
      <p:sp>
        <p:nvSpPr>
          <p:cNvPr id="67" name="Google Shape;67;p15"/>
          <p:cNvSpPr/>
          <p:nvPr/>
        </p:nvSpPr>
        <p:spPr>
          <a:xfrm>
            <a:off x="651558" y="3801258"/>
            <a:ext cx="475500" cy="475500"/>
          </a:xfrm>
          <a:prstGeom prst="ellipse">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700">
              <a:solidFill>
                <a:schemeClr val="lt1"/>
              </a:solidFill>
              <a:latin typeface="Arimo"/>
              <a:ea typeface="Arimo"/>
              <a:cs typeface="Arimo"/>
              <a:sym typeface="Arimo"/>
            </a:endParaRPr>
          </a:p>
        </p:txBody>
      </p:sp>
      <p:sp>
        <p:nvSpPr>
          <p:cNvPr id="68" name="Google Shape;68;p15"/>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600"/>
              <a:buFont typeface="Arimo"/>
              <a:buNone/>
              <a:defRPr sz="1600">
                <a:solidFill>
                  <a:schemeClr val="lt1"/>
                </a:solidFill>
                <a:latin typeface="Arimo"/>
                <a:ea typeface="Arimo"/>
                <a:cs typeface="Arimo"/>
                <a:sym typeface="Arimo"/>
              </a:defRPr>
            </a:lvl1pPr>
            <a:lvl2pPr lvl="1">
              <a:spcBef>
                <a:spcPts val="0"/>
              </a:spcBef>
              <a:spcAft>
                <a:spcPts val="0"/>
              </a:spcAft>
              <a:buClr>
                <a:schemeClr val="lt1"/>
              </a:buClr>
              <a:buSzPts val="1400"/>
              <a:buFont typeface="Arimo"/>
              <a:buNone/>
              <a:defRPr>
                <a:solidFill>
                  <a:schemeClr val="lt1"/>
                </a:solidFill>
                <a:latin typeface="Arimo"/>
                <a:ea typeface="Arimo"/>
                <a:cs typeface="Arimo"/>
                <a:sym typeface="Arimo"/>
              </a:defRPr>
            </a:lvl2pPr>
            <a:lvl3pPr lvl="2">
              <a:spcBef>
                <a:spcPts val="0"/>
              </a:spcBef>
              <a:spcAft>
                <a:spcPts val="0"/>
              </a:spcAft>
              <a:buClr>
                <a:schemeClr val="lt1"/>
              </a:buClr>
              <a:buSzPts val="1400"/>
              <a:buFont typeface="Arimo"/>
              <a:buNone/>
              <a:defRPr>
                <a:solidFill>
                  <a:schemeClr val="lt1"/>
                </a:solidFill>
                <a:latin typeface="Arimo"/>
                <a:ea typeface="Arimo"/>
                <a:cs typeface="Arimo"/>
                <a:sym typeface="Arimo"/>
              </a:defRPr>
            </a:lvl3pPr>
            <a:lvl4pPr lvl="3">
              <a:spcBef>
                <a:spcPts val="0"/>
              </a:spcBef>
              <a:spcAft>
                <a:spcPts val="0"/>
              </a:spcAft>
              <a:buClr>
                <a:schemeClr val="lt1"/>
              </a:buClr>
              <a:buSzPts val="1400"/>
              <a:buFont typeface="Arimo"/>
              <a:buNone/>
              <a:defRPr>
                <a:solidFill>
                  <a:schemeClr val="lt1"/>
                </a:solidFill>
                <a:latin typeface="Arimo"/>
                <a:ea typeface="Arimo"/>
                <a:cs typeface="Arimo"/>
                <a:sym typeface="Arimo"/>
              </a:defRPr>
            </a:lvl4pPr>
            <a:lvl5pPr lvl="4">
              <a:spcBef>
                <a:spcPts val="0"/>
              </a:spcBef>
              <a:spcAft>
                <a:spcPts val="0"/>
              </a:spcAft>
              <a:buClr>
                <a:schemeClr val="lt1"/>
              </a:buClr>
              <a:buSzPts val="1400"/>
              <a:buFont typeface="Arimo"/>
              <a:buNone/>
              <a:defRPr>
                <a:solidFill>
                  <a:schemeClr val="lt1"/>
                </a:solidFill>
                <a:latin typeface="Arimo"/>
                <a:ea typeface="Arimo"/>
                <a:cs typeface="Arimo"/>
                <a:sym typeface="Arimo"/>
              </a:defRPr>
            </a:lvl5pPr>
            <a:lvl6pPr lvl="5">
              <a:spcBef>
                <a:spcPts val="0"/>
              </a:spcBef>
              <a:spcAft>
                <a:spcPts val="0"/>
              </a:spcAft>
              <a:buClr>
                <a:schemeClr val="lt1"/>
              </a:buClr>
              <a:buSzPts val="1400"/>
              <a:buFont typeface="Arimo"/>
              <a:buNone/>
              <a:defRPr>
                <a:solidFill>
                  <a:schemeClr val="lt1"/>
                </a:solidFill>
                <a:latin typeface="Arimo"/>
                <a:ea typeface="Arimo"/>
                <a:cs typeface="Arimo"/>
                <a:sym typeface="Arimo"/>
              </a:defRPr>
            </a:lvl6pPr>
            <a:lvl7pPr lvl="6">
              <a:spcBef>
                <a:spcPts val="0"/>
              </a:spcBef>
              <a:spcAft>
                <a:spcPts val="0"/>
              </a:spcAft>
              <a:buClr>
                <a:schemeClr val="lt1"/>
              </a:buClr>
              <a:buSzPts val="1400"/>
              <a:buFont typeface="Arimo"/>
              <a:buNone/>
              <a:defRPr>
                <a:solidFill>
                  <a:schemeClr val="lt1"/>
                </a:solidFill>
                <a:latin typeface="Arimo"/>
                <a:ea typeface="Arimo"/>
                <a:cs typeface="Arimo"/>
                <a:sym typeface="Arimo"/>
              </a:defRPr>
            </a:lvl7pPr>
            <a:lvl8pPr lvl="7">
              <a:spcBef>
                <a:spcPts val="0"/>
              </a:spcBef>
              <a:spcAft>
                <a:spcPts val="0"/>
              </a:spcAft>
              <a:buClr>
                <a:schemeClr val="lt1"/>
              </a:buClr>
              <a:buSzPts val="1400"/>
              <a:buFont typeface="Arimo"/>
              <a:buNone/>
              <a:defRPr>
                <a:solidFill>
                  <a:schemeClr val="lt1"/>
                </a:solidFill>
                <a:latin typeface="Arimo"/>
                <a:ea typeface="Arimo"/>
                <a:cs typeface="Arimo"/>
                <a:sym typeface="Arimo"/>
              </a:defRPr>
            </a:lvl8pPr>
            <a:lvl9pPr lvl="8">
              <a:spcBef>
                <a:spcPts val="0"/>
              </a:spcBef>
              <a:spcAft>
                <a:spcPts val="0"/>
              </a:spcAft>
              <a:buClr>
                <a:schemeClr val="lt1"/>
              </a:buClr>
              <a:buSzPts val="1400"/>
              <a:buFont typeface="Arimo"/>
              <a:buNone/>
              <a:defRPr>
                <a:solidFill>
                  <a:schemeClr val="lt1"/>
                </a:solidFill>
                <a:latin typeface="Arimo"/>
                <a:ea typeface="Arimo"/>
                <a:cs typeface="Arimo"/>
                <a:sym typeface="Arimo"/>
              </a:defRPr>
            </a:lvl9pPr>
          </a:lstStyle>
          <a:p/>
        </p:txBody>
      </p:sp>
      <p:cxnSp>
        <p:nvCxnSpPr>
          <p:cNvPr id="69" name="Google Shape;69;p15"/>
          <p:cNvCxnSpPr/>
          <p:nvPr/>
        </p:nvCxnSpPr>
        <p:spPr>
          <a:xfrm rot="10800000">
            <a:off x="1341900" y="4039025"/>
            <a:ext cx="1014600" cy="0"/>
          </a:xfrm>
          <a:prstGeom prst="straightConnector1">
            <a:avLst/>
          </a:prstGeom>
          <a:noFill/>
          <a:ln cap="flat" cmpd="sng" w="9525">
            <a:solidFill>
              <a:schemeClr val="lt2"/>
            </a:solidFill>
            <a:prstDash val="solid"/>
            <a:round/>
            <a:headEnd len="med" w="med" type="oval"/>
            <a:tailEnd len="med" w="med" type="none"/>
          </a:ln>
        </p:spPr>
      </p:cxnSp>
      <p:sp>
        <p:nvSpPr>
          <p:cNvPr id="70" name="Google Shape;70;p1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71" name="Google Shape;71;p15"/>
          <p:cNvSpPr txBox="1"/>
          <p:nvPr>
            <p:ph type="title"/>
          </p:nvPr>
        </p:nvSpPr>
        <p:spPr>
          <a:xfrm>
            <a:off x="2598475" y="3493075"/>
            <a:ext cx="5985300" cy="994800"/>
          </a:xfrm>
          <a:prstGeom prst="rect">
            <a:avLst/>
          </a:prstGeom>
        </p:spPr>
        <p:txBody>
          <a:bodyPr anchorCtr="0" anchor="ctr"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4500"/>
            </a:lvl2pPr>
            <a:lvl3pPr lvl="2">
              <a:lnSpc>
                <a:spcPct val="80000"/>
              </a:lnSpc>
              <a:spcBef>
                <a:spcPts val="0"/>
              </a:spcBef>
              <a:spcAft>
                <a:spcPts val="0"/>
              </a:spcAft>
              <a:buNone/>
              <a:defRPr sz="4500"/>
            </a:lvl3pPr>
            <a:lvl4pPr lvl="3">
              <a:lnSpc>
                <a:spcPct val="80000"/>
              </a:lnSpc>
              <a:spcBef>
                <a:spcPts val="0"/>
              </a:spcBef>
              <a:spcAft>
                <a:spcPts val="0"/>
              </a:spcAft>
              <a:buNone/>
              <a:defRPr sz="4500"/>
            </a:lvl4pPr>
            <a:lvl5pPr lvl="4">
              <a:lnSpc>
                <a:spcPct val="80000"/>
              </a:lnSpc>
              <a:spcBef>
                <a:spcPts val="0"/>
              </a:spcBef>
              <a:spcAft>
                <a:spcPts val="0"/>
              </a:spcAft>
              <a:buNone/>
              <a:defRPr sz="4500"/>
            </a:lvl5pPr>
            <a:lvl6pPr lvl="5">
              <a:lnSpc>
                <a:spcPct val="80000"/>
              </a:lnSpc>
              <a:spcBef>
                <a:spcPts val="0"/>
              </a:spcBef>
              <a:spcAft>
                <a:spcPts val="0"/>
              </a:spcAft>
              <a:buNone/>
              <a:defRPr sz="4500"/>
            </a:lvl6pPr>
            <a:lvl7pPr lvl="6">
              <a:lnSpc>
                <a:spcPct val="80000"/>
              </a:lnSpc>
              <a:spcBef>
                <a:spcPts val="0"/>
              </a:spcBef>
              <a:spcAft>
                <a:spcPts val="0"/>
              </a:spcAft>
              <a:buNone/>
              <a:defRPr sz="4500"/>
            </a:lvl7pPr>
            <a:lvl8pPr lvl="7">
              <a:lnSpc>
                <a:spcPct val="80000"/>
              </a:lnSpc>
              <a:spcBef>
                <a:spcPts val="0"/>
              </a:spcBef>
              <a:spcAft>
                <a:spcPts val="0"/>
              </a:spcAft>
              <a:buNone/>
              <a:defRPr sz="4500"/>
            </a:lvl8pPr>
            <a:lvl9pPr lvl="8">
              <a:lnSpc>
                <a:spcPct val="80000"/>
              </a:lnSpc>
              <a:spcBef>
                <a:spcPts val="0"/>
              </a:spcBef>
              <a:spcAft>
                <a:spcPts val="0"/>
              </a:spcAft>
              <a:buNone/>
              <a:defRPr sz="45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CUSTOM_23">
    <p:bg>
      <p:bgPr>
        <a:solidFill>
          <a:schemeClr val="accent5"/>
        </a:solidFill>
      </p:bgPr>
    </p:bg>
    <p:spTree>
      <p:nvGrpSpPr>
        <p:cNvPr id="72" name="Shape 72"/>
        <p:cNvGrpSpPr/>
        <p:nvPr/>
      </p:nvGrpSpPr>
      <p:grpSpPr>
        <a:xfrm>
          <a:off x="0" y="0"/>
          <a:ext cx="0" cy="0"/>
          <a:chOff x="0" y="0"/>
          <a:chExt cx="0" cy="0"/>
        </a:xfrm>
      </p:grpSpPr>
      <p:sp>
        <p:nvSpPr>
          <p:cNvPr id="73" name="Google Shape;73;p16"/>
          <p:cNvSpPr/>
          <p:nvPr>
            <p:ph idx="2" type="pic"/>
          </p:nvPr>
        </p:nvSpPr>
        <p:spPr>
          <a:xfrm>
            <a:off x="277500" y="1963600"/>
            <a:ext cx="1333800" cy="1337100"/>
          </a:xfrm>
          <a:prstGeom prst="roundRect">
            <a:avLst>
              <a:gd fmla="val 14278" name="adj"/>
            </a:avLst>
          </a:prstGeom>
          <a:noFill/>
          <a:ln>
            <a:noFill/>
          </a:ln>
        </p:spPr>
      </p:sp>
      <p:sp>
        <p:nvSpPr>
          <p:cNvPr id="74" name="Google Shape;74;p16"/>
          <p:cNvSpPr/>
          <p:nvPr>
            <p:ph idx="3" type="pic"/>
          </p:nvPr>
        </p:nvSpPr>
        <p:spPr>
          <a:xfrm>
            <a:off x="1728225" y="1963600"/>
            <a:ext cx="1333800" cy="1337100"/>
          </a:xfrm>
          <a:prstGeom prst="roundRect">
            <a:avLst>
              <a:gd fmla="val 14278" name="adj"/>
            </a:avLst>
          </a:prstGeom>
          <a:noFill/>
          <a:ln>
            <a:noFill/>
          </a:ln>
        </p:spPr>
      </p:sp>
      <p:sp>
        <p:nvSpPr>
          <p:cNvPr id="75" name="Google Shape;75;p16"/>
          <p:cNvSpPr/>
          <p:nvPr>
            <p:ph idx="4" type="pic"/>
          </p:nvPr>
        </p:nvSpPr>
        <p:spPr>
          <a:xfrm>
            <a:off x="3179025" y="1963600"/>
            <a:ext cx="1333800" cy="1337100"/>
          </a:xfrm>
          <a:prstGeom prst="roundRect">
            <a:avLst>
              <a:gd fmla="val 14278" name="adj"/>
            </a:avLst>
          </a:prstGeom>
          <a:noFill/>
          <a:ln>
            <a:noFill/>
          </a:ln>
        </p:spPr>
      </p:sp>
      <p:sp>
        <p:nvSpPr>
          <p:cNvPr id="76" name="Google Shape;76;p16"/>
          <p:cNvSpPr/>
          <p:nvPr>
            <p:ph idx="5" type="pic"/>
          </p:nvPr>
        </p:nvSpPr>
        <p:spPr>
          <a:xfrm>
            <a:off x="4629825" y="1963600"/>
            <a:ext cx="1333800" cy="1337100"/>
          </a:xfrm>
          <a:prstGeom prst="roundRect">
            <a:avLst>
              <a:gd fmla="val 14278" name="adj"/>
            </a:avLst>
          </a:prstGeom>
          <a:noFill/>
          <a:ln>
            <a:noFill/>
          </a:ln>
        </p:spPr>
      </p:sp>
      <p:sp>
        <p:nvSpPr>
          <p:cNvPr id="77" name="Google Shape;77;p16"/>
          <p:cNvSpPr/>
          <p:nvPr>
            <p:ph idx="6" type="pic"/>
          </p:nvPr>
        </p:nvSpPr>
        <p:spPr>
          <a:xfrm>
            <a:off x="6080625" y="1963600"/>
            <a:ext cx="1333800" cy="1337100"/>
          </a:xfrm>
          <a:prstGeom prst="roundRect">
            <a:avLst>
              <a:gd fmla="val 14278" name="adj"/>
            </a:avLst>
          </a:prstGeom>
          <a:noFill/>
          <a:ln>
            <a:noFill/>
          </a:ln>
        </p:spPr>
      </p:sp>
      <p:sp>
        <p:nvSpPr>
          <p:cNvPr id="78" name="Google Shape;78;p16"/>
          <p:cNvSpPr/>
          <p:nvPr>
            <p:ph idx="7" type="pic"/>
          </p:nvPr>
        </p:nvSpPr>
        <p:spPr>
          <a:xfrm>
            <a:off x="7531425" y="1963600"/>
            <a:ext cx="1333800" cy="1337100"/>
          </a:xfrm>
          <a:prstGeom prst="roundRect">
            <a:avLst>
              <a:gd fmla="val 14278" name="adj"/>
            </a:avLst>
          </a:prstGeom>
          <a:noFill/>
          <a:ln>
            <a:noFill/>
          </a:ln>
        </p:spPr>
      </p:sp>
      <p:sp>
        <p:nvSpPr>
          <p:cNvPr id="79" name="Google Shape;79;p1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80" name="Google Shape;80;p16"/>
          <p:cNvSpPr txBox="1"/>
          <p:nvPr>
            <p:ph type="title"/>
          </p:nvPr>
        </p:nvSpPr>
        <p:spPr>
          <a:xfrm>
            <a:off x="277500" y="577275"/>
            <a:ext cx="7137000" cy="994800"/>
          </a:xfrm>
          <a:prstGeom prst="rect">
            <a:avLst/>
          </a:prstGeom>
        </p:spPr>
        <p:txBody>
          <a:bodyPr anchorCtr="0" anchor="t"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3000"/>
            </a:lvl2pPr>
            <a:lvl3pPr lvl="2">
              <a:lnSpc>
                <a:spcPct val="80000"/>
              </a:lnSpc>
              <a:spcBef>
                <a:spcPts val="0"/>
              </a:spcBef>
              <a:spcAft>
                <a:spcPts val="0"/>
              </a:spcAft>
              <a:buNone/>
              <a:defRPr sz="3000"/>
            </a:lvl3pPr>
            <a:lvl4pPr lvl="3">
              <a:lnSpc>
                <a:spcPct val="80000"/>
              </a:lnSpc>
              <a:spcBef>
                <a:spcPts val="0"/>
              </a:spcBef>
              <a:spcAft>
                <a:spcPts val="0"/>
              </a:spcAft>
              <a:buNone/>
              <a:defRPr sz="3000"/>
            </a:lvl4pPr>
            <a:lvl5pPr lvl="4">
              <a:lnSpc>
                <a:spcPct val="80000"/>
              </a:lnSpc>
              <a:spcBef>
                <a:spcPts val="0"/>
              </a:spcBef>
              <a:spcAft>
                <a:spcPts val="0"/>
              </a:spcAft>
              <a:buNone/>
              <a:defRPr sz="3000"/>
            </a:lvl5pPr>
            <a:lvl6pPr lvl="5">
              <a:lnSpc>
                <a:spcPct val="80000"/>
              </a:lnSpc>
              <a:spcBef>
                <a:spcPts val="0"/>
              </a:spcBef>
              <a:spcAft>
                <a:spcPts val="0"/>
              </a:spcAft>
              <a:buNone/>
              <a:defRPr sz="3000"/>
            </a:lvl6pPr>
            <a:lvl7pPr lvl="6">
              <a:lnSpc>
                <a:spcPct val="80000"/>
              </a:lnSpc>
              <a:spcBef>
                <a:spcPts val="0"/>
              </a:spcBef>
              <a:spcAft>
                <a:spcPts val="0"/>
              </a:spcAft>
              <a:buNone/>
              <a:defRPr sz="3000"/>
            </a:lvl7pPr>
            <a:lvl8pPr lvl="7">
              <a:lnSpc>
                <a:spcPct val="80000"/>
              </a:lnSpc>
              <a:spcBef>
                <a:spcPts val="0"/>
              </a:spcBef>
              <a:spcAft>
                <a:spcPts val="0"/>
              </a:spcAft>
              <a:buNone/>
              <a:defRPr sz="3000"/>
            </a:lvl8pPr>
            <a:lvl9pPr lvl="8">
              <a:lnSpc>
                <a:spcPct val="80000"/>
              </a:lnSpc>
              <a:spcBef>
                <a:spcPts val="0"/>
              </a:spcBef>
              <a:spcAft>
                <a:spcPts val="0"/>
              </a:spcAft>
              <a:buNone/>
              <a:defRPr sz="3000"/>
            </a:lvl9pPr>
          </a:lstStyle>
          <a:p/>
        </p:txBody>
      </p:sp>
      <p:sp>
        <p:nvSpPr>
          <p:cNvPr id="81" name="Google Shape;81;p16"/>
          <p:cNvSpPr txBox="1"/>
          <p:nvPr>
            <p:ph idx="1" type="body"/>
          </p:nvPr>
        </p:nvSpPr>
        <p:spPr>
          <a:xfrm>
            <a:off x="3706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2" name="Google Shape;82;p16"/>
          <p:cNvSpPr txBox="1"/>
          <p:nvPr>
            <p:ph idx="8" type="body"/>
          </p:nvPr>
        </p:nvSpPr>
        <p:spPr>
          <a:xfrm>
            <a:off x="182162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3" name="Google Shape;83;p16"/>
          <p:cNvSpPr txBox="1"/>
          <p:nvPr>
            <p:ph idx="9" type="body"/>
          </p:nvPr>
        </p:nvSpPr>
        <p:spPr>
          <a:xfrm>
            <a:off x="327260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4" name="Google Shape;84;p16"/>
          <p:cNvSpPr txBox="1"/>
          <p:nvPr>
            <p:ph idx="13" type="body"/>
          </p:nvPr>
        </p:nvSpPr>
        <p:spPr>
          <a:xfrm>
            <a:off x="472358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5" name="Google Shape;85;p16"/>
          <p:cNvSpPr txBox="1"/>
          <p:nvPr>
            <p:ph idx="14" type="body"/>
          </p:nvPr>
        </p:nvSpPr>
        <p:spPr>
          <a:xfrm>
            <a:off x="617456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6" name="Google Shape;86;p16"/>
          <p:cNvSpPr txBox="1"/>
          <p:nvPr>
            <p:ph idx="15" type="body"/>
          </p:nvPr>
        </p:nvSpPr>
        <p:spPr>
          <a:xfrm>
            <a:off x="76255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7" name="Google Shape;87;p16"/>
          <p:cNvSpPr txBox="1"/>
          <p:nvPr>
            <p:ph idx="16" type="subTitle"/>
          </p:nvPr>
        </p:nvSpPr>
        <p:spPr>
          <a:xfrm>
            <a:off x="3706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88" name="Google Shape;88;p16"/>
          <p:cNvSpPr txBox="1"/>
          <p:nvPr>
            <p:ph idx="17" type="subTitle"/>
          </p:nvPr>
        </p:nvSpPr>
        <p:spPr>
          <a:xfrm>
            <a:off x="18214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89" name="Google Shape;89;p16"/>
          <p:cNvSpPr txBox="1"/>
          <p:nvPr>
            <p:ph idx="18" type="subTitle"/>
          </p:nvPr>
        </p:nvSpPr>
        <p:spPr>
          <a:xfrm>
            <a:off x="327234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0" name="Google Shape;90;p16"/>
          <p:cNvSpPr txBox="1"/>
          <p:nvPr>
            <p:ph idx="19" type="subTitle"/>
          </p:nvPr>
        </p:nvSpPr>
        <p:spPr>
          <a:xfrm>
            <a:off x="47231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1" name="Google Shape;91;p16"/>
          <p:cNvSpPr txBox="1"/>
          <p:nvPr>
            <p:ph idx="20" type="subTitle"/>
          </p:nvPr>
        </p:nvSpPr>
        <p:spPr>
          <a:xfrm>
            <a:off x="6174375"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2" name="Google Shape;92;p16"/>
          <p:cNvSpPr txBox="1"/>
          <p:nvPr>
            <p:ph idx="21" type="subTitle"/>
          </p:nvPr>
        </p:nvSpPr>
        <p:spPr>
          <a:xfrm>
            <a:off x="76255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3" name="Google Shape;93;p16"/>
          <p:cNvSpPr txBox="1"/>
          <p:nvPr>
            <p:ph idx="22" type="subTitle"/>
          </p:nvPr>
        </p:nvSpPr>
        <p:spPr>
          <a:xfrm>
            <a:off x="277500" y="291038"/>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atin typeface="Arimo"/>
                <a:ea typeface="Arimo"/>
                <a:cs typeface="Arimo"/>
                <a:sym typeface="Arimo"/>
              </a:defRPr>
            </a:lvl1pPr>
            <a:lvl2pPr lvl="1">
              <a:spcBef>
                <a:spcPts val="0"/>
              </a:spcBef>
              <a:spcAft>
                <a:spcPts val="0"/>
              </a:spcAft>
              <a:buSzPts val="800"/>
              <a:buFont typeface="Arimo"/>
              <a:buNone/>
              <a:defRPr sz="800">
                <a:latin typeface="Arimo"/>
                <a:ea typeface="Arimo"/>
                <a:cs typeface="Arimo"/>
                <a:sym typeface="Arimo"/>
              </a:defRPr>
            </a:lvl2pPr>
            <a:lvl3pPr lvl="2">
              <a:spcBef>
                <a:spcPts val="0"/>
              </a:spcBef>
              <a:spcAft>
                <a:spcPts val="0"/>
              </a:spcAft>
              <a:buSzPts val="800"/>
              <a:buFont typeface="Arimo"/>
              <a:buNone/>
              <a:defRPr sz="800">
                <a:latin typeface="Arimo"/>
                <a:ea typeface="Arimo"/>
                <a:cs typeface="Arimo"/>
                <a:sym typeface="Arimo"/>
              </a:defRPr>
            </a:lvl3pPr>
            <a:lvl4pPr lvl="3">
              <a:spcBef>
                <a:spcPts val="0"/>
              </a:spcBef>
              <a:spcAft>
                <a:spcPts val="0"/>
              </a:spcAft>
              <a:buSzPts val="800"/>
              <a:buFont typeface="Arimo"/>
              <a:buNone/>
              <a:defRPr sz="800">
                <a:latin typeface="Arimo"/>
                <a:ea typeface="Arimo"/>
                <a:cs typeface="Arimo"/>
                <a:sym typeface="Arimo"/>
              </a:defRPr>
            </a:lvl4pPr>
            <a:lvl5pPr lvl="4">
              <a:spcBef>
                <a:spcPts val="0"/>
              </a:spcBef>
              <a:spcAft>
                <a:spcPts val="0"/>
              </a:spcAft>
              <a:buSzPts val="800"/>
              <a:buFont typeface="Arimo"/>
              <a:buNone/>
              <a:defRPr sz="800">
                <a:latin typeface="Arimo"/>
                <a:ea typeface="Arimo"/>
                <a:cs typeface="Arimo"/>
                <a:sym typeface="Arimo"/>
              </a:defRPr>
            </a:lvl5pPr>
            <a:lvl6pPr lvl="5">
              <a:spcBef>
                <a:spcPts val="0"/>
              </a:spcBef>
              <a:spcAft>
                <a:spcPts val="0"/>
              </a:spcAft>
              <a:buSzPts val="800"/>
              <a:buFont typeface="Arimo"/>
              <a:buNone/>
              <a:defRPr sz="800">
                <a:latin typeface="Arimo"/>
                <a:ea typeface="Arimo"/>
                <a:cs typeface="Arimo"/>
                <a:sym typeface="Arimo"/>
              </a:defRPr>
            </a:lvl6pPr>
            <a:lvl7pPr lvl="6">
              <a:spcBef>
                <a:spcPts val="0"/>
              </a:spcBef>
              <a:spcAft>
                <a:spcPts val="0"/>
              </a:spcAft>
              <a:buSzPts val="800"/>
              <a:buFont typeface="Arimo"/>
              <a:buNone/>
              <a:defRPr sz="800">
                <a:latin typeface="Arimo"/>
                <a:ea typeface="Arimo"/>
                <a:cs typeface="Arimo"/>
                <a:sym typeface="Arimo"/>
              </a:defRPr>
            </a:lvl7pPr>
            <a:lvl8pPr lvl="7">
              <a:spcBef>
                <a:spcPts val="0"/>
              </a:spcBef>
              <a:spcAft>
                <a:spcPts val="0"/>
              </a:spcAft>
              <a:buSzPts val="800"/>
              <a:buFont typeface="Arimo"/>
              <a:buNone/>
              <a:defRPr sz="800">
                <a:latin typeface="Arimo"/>
                <a:ea typeface="Arimo"/>
                <a:cs typeface="Arimo"/>
                <a:sym typeface="Arimo"/>
              </a:defRPr>
            </a:lvl8pPr>
            <a:lvl9pPr lvl="8">
              <a:spcBef>
                <a:spcPts val="0"/>
              </a:spcBef>
              <a:spcAft>
                <a:spcPts val="0"/>
              </a:spcAft>
              <a:buSzPts val="800"/>
              <a:buFont typeface="Arimo"/>
              <a:buNone/>
              <a:defRPr sz="800">
                <a:latin typeface="Arimo"/>
                <a:ea typeface="Arimo"/>
                <a:cs typeface="Arimo"/>
                <a:sym typeface="Arimo"/>
              </a:defRPr>
            </a:lvl9pPr>
          </a:lstStyle>
          <a:p/>
        </p:txBody>
      </p:sp>
      <p:sp>
        <p:nvSpPr>
          <p:cNvPr id="94" name="Google Shape;94;p16"/>
          <p:cNvSpPr txBox="1"/>
          <p:nvPr>
            <p:ph idx="23" type="subTitle"/>
          </p:nvPr>
        </p:nvSpPr>
        <p:spPr>
          <a:xfrm>
            <a:off x="7151050" y="290218"/>
            <a:ext cx="1715400" cy="123000"/>
          </a:xfrm>
          <a:prstGeom prst="rect">
            <a:avLst/>
          </a:prstGeom>
        </p:spPr>
        <p:txBody>
          <a:bodyPr anchorCtr="0" anchor="ctr" bIns="0" lIns="0" spcFirstLastPara="1" rIns="0" wrap="square" tIns="0">
            <a:noAutofit/>
          </a:bodyPr>
          <a:lstStyle>
            <a:lvl1pPr lvl="0" algn="r">
              <a:lnSpc>
                <a:spcPct val="115000"/>
              </a:lnSpc>
              <a:spcBef>
                <a:spcPts val="0"/>
              </a:spcBef>
              <a:spcAft>
                <a:spcPts val="0"/>
              </a:spcAft>
              <a:buClr>
                <a:schemeClr val="lt1"/>
              </a:buClr>
              <a:buSzPts val="1100"/>
              <a:buNone/>
              <a:defRPr sz="800">
                <a:latin typeface="Arimo"/>
                <a:ea typeface="Arimo"/>
                <a:cs typeface="Arimo"/>
                <a:sym typeface="Arimo"/>
              </a:defRPr>
            </a:lvl1pPr>
            <a:lvl2pPr lvl="1" algn="r">
              <a:spcBef>
                <a:spcPts val="0"/>
              </a:spcBef>
              <a:spcAft>
                <a:spcPts val="0"/>
              </a:spcAft>
              <a:buSzPts val="1400"/>
              <a:buFont typeface="Arimo"/>
              <a:buNone/>
              <a:defRPr>
                <a:latin typeface="Arimo"/>
                <a:ea typeface="Arimo"/>
                <a:cs typeface="Arimo"/>
                <a:sym typeface="Arimo"/>
              </a:defRPr>
            </a:lvl2pPr>
            <a:lvl3pPr lvl="2" algn="r">
              <a:spcBef>
                <a:spcPts val="0"/>
              </a:spcBef>
              <a:spcAft>
                <a:spcPts val="0"/>
              </a:spcAft>
              <a:buSzPts val="1400"/>
              <a:buFont typeface="Arimo"/>
              <a:buNone/>
              <a:defRPr>
                <a:latin typeface="Arimo"/>
                <a:ea typeface="Arimo"/>
                <a:cs typeface="Arimo"/>
                <a:sym typeface="Arimo"/>
              </a:defRPr>
            </a:lvl3pPr>
            <a:lvl4pPr lvl="3" algn="r">
              <a:spcBef>
                <a:spcPts val="0"/>
              </a:spcBef>
              <a:spcAft>
                <a:spcPts val="0"/>
              </a:spcAft>
              <a:buSzPts val="1400"/>
              <a:buFont typeface="Arimo"/>
              <a:buNone/>
              <a:defRPr>
                <a:latin typeface="Arimo"/>
                <a:ea typeface="Arimo"/>
                <a:cs typeface="Arimo"/>
                <a:sym typeface="Arimo"/>
              </a:defRPr>
            </a:lvl4pPr>
            <a:lvl5pPr lvl="4" algn="r">
              <a:spcBef>
                <a:spcPts val="0"/>
              </a:spcBef>
              <a:spcAft>
                <a:spcPts val="0"/>
              </a:spcAft>
              <a:buSzPts val="1400"/>
              <a:buFont typeface="Arimo"/>
              <a:buNone/>
              <a:defRPr>
                <a:latin typeface="Arimo"/>
                <a:ea typeface="Arimo"/>
                <a:cs typeface="Arimo"/>
                <a:sym typeface="Arimo"/>
              </a:defRPr>
            </a:lvl5pPr>
            <a:lvl6pPr lvl="5" algn="r">
              <a:spcBef>
                <a:spcPts val="0"/>
              </a:spcBef>
              <a:spcAft>
                <a:spcPts val="0"/>
              </a:spcAft>
              <a:buSzPts val="1400"/>
              <a:buFont typeface="Arimo"/>
              <a:buNone/>
              <a:defRPr>
                <a:latin typeface="Arimo"/>
                <a:ea typeface="Arimo"/>
                <a:cs typeface="Arimo"/>
                <a:sym typeface="Arimo"/>
              </a:defRPr>
            </a:lvl6pPr>
            <a:lvl7pPr lvl="6" algn="r">
              <a:spcBef>
                <a:spcPts val="0"/>
              </a:spcBef>
              <a:spcAft>
                <a:spcPts val="0"/>
              </a:spcAft>
              <a:buSzPts val="1400"/>
              <a:buFont typeface="Arimo"/>
              <a:buNone/>
              <a:defRPr>
                <a:latin typeface="Arimo"/>
                <a:ea typeface="Arimo"/>
                <a:cs typeface="Arimo"/>
                <a:sym typeface="Arimo"/>
              </a:defRPr>
            </a:lvl7pPr>
            <a:lvl8pPr lvl="7" algn="r">
              <a:spcBef>
                <a:spcPts val="0"/>
              </a:spcBef>
              <a:spcAft>
                <a:spcPts val="0"/>
              </a:spcAft>
              <a:buSzPts val="1400"/>
              <a:buFont typeface="Arimo"/>
              <a:buNone/>
              <a:defRPr>
                <a:latin typeface="Arimo"/>
                <a:ea typeface="Arimo"/>
                <a:cs typeface="Arimo"/>
                <a:sym typeface="Arimo"/>
              </a:defRPr>
            </a:lvl8pPr>
            <a:lvl9pPr lvl="8" algn="r">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cards">
  <p:cSld name="CUSTOM_24">
    <p:bg>
      <p:bgPr>
        <a:solidFill>
          <a:schemeClr val="accent5"/>
        </a:solidFill>
      </p:bgPr>
    </p:bg>
    <p:spTree>
      <p:nvGrpSpPr>
        <p:cNvPr id="95" name="Shape 95"/>
        <p:cNvGrpSpPr/>
        <p:nvPr/>
      </p:nvGrpSpPr>
      <p:grpSpPr>
        <a:xfrm>
          <a:off x="0" y="0"/>
          <a:ext cx="0" cy="0"/>
          <a:chOff x="0" y="0"/>
          <a:chExt cx="0" cy="0"/>
        </a:xfrm>
      </p:grpSpPr>
      <p:sp>
        <p:nvSpPr>
          <p:cNvPr id="96" name="Google Shape;96;p17"/>
          <p:cNvSpPr txBox="1"/>
          <p:nvPr>
            <p:ph idx="1" type="subTitle"/>
          </p:nvPr>
        </p:nvSpPr>
        <p:spPr>
          <a:xfrm>
            <a:off x="417936"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97" name="Google Shape;97;p17"/>
          <p:cNvSpPr txBox="1"/>
          <p:nvPr>
            <p:ph idx="2" type="subTitle"/>
          </p:nvPr>
        </p:nvSpPr>
        <p:spPr>
          <a:xfrm>
            <a:off x="2167325"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98" name="Google Shape;98;p17"/>
          <p:cNvSpPr txBox="1"/>
          <p:nvPr>
            <p:ph idx="3" type="subTitle"/>
          </p:nvPr>
        </p:nvSpPr>
        <p:spPr>
          <a:xfrm>
            <a:off x="390547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99" name="Google Shape;99;p17"/>
          <p:cNvSpPr txBox="1"/>
          <p:nvPr>
            <p:ph idx="4" type="subTitle"/>
          </p:nvPr>
        </p:nvSpPr>
        <p:spPr>
          <a:xfrm>
            <a:off x="5652384"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100" name="Google Shape;100;p17"/>
          <p:cNvSpPr txBox="1"/>
          <p:nvPr>
            <p:ph idx="5" type="subTitle"/>
          </p:nvPr>
        </p:nvSpPr>
        <p:spPr>
          <a:xfrm>
            <a:off x="739263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101" name="Google Shape;101;p17"/>
          <p:cNvSpPr txBox="1"/>
          <p:nvPr>
            <p:ph idx="6" type="body"/>
          </p:nvPr>
        </p:nvSpPr>
        <p:spPr>
          <a:xfrm>
            <a:off x="417811" y="3433000"/>
            <a:ext cx="1337400" cy="1176900"/>
          </a:xfrm>
          <a:prstGeom prst="rect">
            <a:avLst/>
          </a:prstGeom>
        </p:spPr>
        <p:txBody>
          <a:bodyPr anchorCtr="0" anchor="t" bIns="0" lIns="0" spcFirstLastPara="1" rIns="0" wrap="square" tIns="0">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2" name="Google Shape;102;p17"/>
          <p:cNvSpPr txBox="1"/>
          <p:nvPr>
            <p:ph idx="7" type="body"/>
          </p:nvPr>
        </p:nvSpPr>
        <p:spPr>
          <a:xfrm>
            <a:off x="21673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3" name="Google Shape;103;p17"/>
          <p:cNvSpPr txBox="1"/>
          <p:nvPr>
            <p:ph idx="8" type="body"/>
          </p:nvPr>
        </p:nvSpPr>
        <p:spPr>
          <a:xfrm>
            <a:off x="3903300"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4" name="Google Shape;104;p17"/>
          <p:cNvSpPr txBox="1"/>
          <p:nvPr>
            <p:ph idx="9" type="body"/>
          </p:nvPr>
        </p:nvSpPr>
        <p:spPr>
          <a:xfrm>
            <a:off x="56486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5" name="Google Shape;105;p17"/>
          <p:cNvSpPr txBox="1"/>
          <p:nvPr>
            <p:ph idx="13" type="body"/>
          </p:nvPr>
        </p:nvSpPr>
        <p:spPr>
          <a:xfrm>
            <a:off x="7385291"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6" name="Google Shape;106;p17"/>
          <p:cNvSpPr txBox="1"/>
          <p:nvPr>
            <p:ph idx="1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7" name="Google Shape;107;p17"/>
          <p:cNvSpPr txBox="1"/>
          <p:nvPr>
            <p:ph idx="1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8" name="Google Shape;108;p17"/>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09" name="Google Shape;109;p1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CUSTOM_25">
    <p:bg>
      <p:bgPr>
        <a:solidFill>
          <a:schemeClr val="accent5"/>
        </a:solidFill>
      </p:bgPr>
    </p:bg>
    <p:spTree>
      <p:nvGrpSpPr>
        <p:cNvPr id="110" name="Shape 110"/>
        <p:cNvGrpSpPr/>
        <p:nvPr/>
      </p:nvGrpSpPr>
      <p:grpSpPr>
        <a:xfrm>
          <a:off x="0" y="0"/>
          <a:ext cx="0" cy="0"/>
          <a:chOff x="0" y="0"/>
          <a:chExt cx="0" cy="0"/>
        </a:xfrm>
      </p:grpSpPr>
      <p:sp>
        <p:nvSpPr>
          <p:cNvPr id="111" name="Google Shape;111;p18"/>
          <p:cNvSpPr/>
          <p:nvPr>
            <p:ph idx="2" type="pic"/>
          </p:nvPr>
        </p:nvSpPr>
        <p:spPr>
          <a:xfrm>
            <a:off x="0" y="0"/>
            <a:ext cx="9144000" cy="5143500"/>
          </a:xfrm>
          <a:prstGeom prst="rect">
            <a:avLst/>
          </a:prstGeom>
          <a:noFill/>
          <a:ln>
            <a:noFill/>
          </a:ln>
        </p:spPr>
      </p:sp>
      <p:sp>
        <p:nvSpPr>
          <p:cNvPr id="112" name="Google Shape;112;p18"/>
          <p:cNvSpPr txBox="1"/>
          <p:nvPr/>
        </p:nvSpPr>
        <p:spPr>
          <a:xfrm>
            <a:off x="277500" y="277500"/>
            <a:ext cx="8589000" cy="10236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t/>
            </a:r>
            <a:endParaRPr sz="3000">
              <a:solidFill>
                <a:schemeClr val="dk1"/>
              </a:solidFill>
              <a:latin typeface="Arimo"/>
              <a:ea typeface="Arimo"/>
              <a:cs typeface="Arimo"/>
              <a:sym typeface="Arimo"/>
            </a:endParaRPr>
          </a:p>
        </p:txBody>
      </p:sp>
      <p:sp>
        <p:nvSpPr>
          <p:cNvPr id="113" name="Google Shape;113;p18"/>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14" name="Google Shape;114;p1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15" name="Google Shape;115;p18"/>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16" name="Google Shape;116;p1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 4 steps - Alt 1">
  <p:cSld name="CUSTOM_25_1_1">
    <p:bg>
      <p:bgPr>
        <a:solidFill>
          <a:schemeClr val="accent5"/>
        </a:solidFill>
      </p:bgPr>
    </p:bg>
    <p:spTree>
      <p:nvGrpSpPr>
        <p:cNvPr id="117" name="Shape 117"/>
        <p:cNvGrpSpPr/>
        <p:nvPr/>
      </p:nvGrpSpPr>
      <p:grpSpPr>
        <a:xfrm>
          <a:off x="0" y="0"/>
          <a:ext cx="0" cy="0"/>
          <a:chOff x="0" y="0"/>
          <a:chExt cx="0" cy="0"/>
        </a:xfrm>
      </p:grpSpPr>
      <p:sp>
        <p:nvSpPr>
          <p:cNvPr id="118" name="Google Shape;118;p19"/>
          <p:cNvSpPr txBox="1"/>
          <p:nvPr>
            <p:ph type="title"/>
          </p:nvPr>
        </p:nvSpPr>
        <p:spPr>
          <a:xfrm>
            <a:off x="1969400" y="138075"/>
            <a:ext cx="5217000" cy="885000"/>
          </a:xfrm>
          <a:prstGeom prst="rect">
            <a:avLst/>
          </a:prstGeom>
        </p:spPr>
        <p:txBody>
          <a:bodyPr anchorCtr="0" anchor="t" bIns="0" lIns="0" spcFirstLastPara="1" rIns="0" wrap="square" tIns="91425">
            <a:noAutofit/>
          </a:bodyPr>
          <a:lstStyle>
            <a:lvl1pPr lvl="0" algn="ctr">
              <a:lnSpc>
                <a:spcPct val="100000"/>
              </a:lnSpc>
              <a:spcBef>
                <a:spcPts val="0"/>
              </a:spcBef>
              <a:spcAft>
                <a:spcPts val="0"/>
              </a:spcAft>
              <a:buNone/>
              <a:defRPr sz="2600"/>
            </a:lvl1pPr>
            <a:lvl2pPr lvl="1" algn="ctr">
              <a:lnSpc>
                <a:spcPct val="115000"/>
              </a:lnSpc>
              <a:spcBef>
                <a:spcPts val="0"/>
              </a:spcBef>
              <a:spcAft>
                <a:spcPts val="0"/>
              </a:spcAft>
              <a:buNone/>
              <a:defRPr sz="2600">
                <a:latin typeface="Arimo SemiBold"/>
                <a:ea typeface="Arimo SemiBold"/>
                <a:cs typeface="Arimo SemiBold"/>
                <a:sym typeface="Arimo SemiBold"/>
              </a:defRPr>
            </a:lvl2pPr>
            <a:lvl3pPr lvl="2" algn="ctr">
              <a:lnSpc>
                <a:spcPct val="115000"/>
              </a:lnSpc>
              <a:spcBef>
                <a:spcPts val="0"/>
              </a:spcBef>
              <a:spcAft>
                <a:spcPts val="0"/>
              </a:spcAft>
              <a:buNone/>
              <a:defRPr sz="2600">
                <a:latin typeface="Arimo SemiBold"/>
                <a:ea typeface="Arimo SemiBold"/>
                <a:cs typeface="Arimo SemiBold"/>
                <a:sym typeface="Arimo SemiBold"/>
              </a:defRPr>
            </a:lvl3pPr>
            <a:lvl4pPr lvl="3" algn="ctr">
              <a:lnSpc>
                <a:spcPct val="115000"/>
              </a:lnSpc>
              <a:spcBef>
                <a:spcPts val="0"/>
              </a:spcBef>
              <a:spcAft>
                <a:spcPts val="0"/>
              </a:spcAft>
              <a:buNone/>
              <a:defRPr sz="2600">
                <a:latin typeface="Arimo SemiBold"/>
                <a:ea typeface="Arimo SemiBold"/>
                <a:cs typeface="Arimo SemiBold"/>
                <a:sym typeface="Arimo SemiBold"/>
              </a:defRPr>
            </a:lvl4pPr>
            <a:lvl5pPr lvl="4" algn="ctr">
              <a:lnSpc>
                <a:spcPct val="115000"/>
              </a:lnSpc>
              <a:spcBef>
                <a:spcPts val="0"/>
              </a:spcBef>
              <a:spcAft>
                <a:spcPts val="0"/>
              </a:spcAft>
              <a:buNone/>
              <a:defRPr sz="2600">
                <a:latin typeface="Arimo SemiBold"/>
                <a:ea typeface="Arimo SemiBold"/>
                <a:cs typeface="Arimo SemiBold"/>
                <a:sym typeface="Arimo SemiBold"/>
              </a:defRPr>
            </a:lvl5pPr>
            <a:lvl6pPr lvl="5" algn="ctr">
              <a:lnSpc>
                <a:spcPct val="115000"/>
              </a:lnSpc>
              <a:spcBef>
                <a:spcPts val="0"/>
              </a:spcBef>
              <a:spcAft>
                <a:spcPts val="0"/>
              </a:spcAft>
              <a:buNone/>
              <a:defRPr sz="2600">
                <a:latin typeface="Arimo SemiBold"/>
                <a:ea typeface="Arimo SemiBold"/>
                <a:cs typeface="Arimo SemiBold"/>
                <a:sym typeface="Arimo SemiBold"/>
              </a:defRPr>
            </a:lvl6pPr>
            <a:lvl7pPr lvl="6" algn="ctr">
              <a:lnSpc>
                <a:spcPct val="115000"/>
              </a:lnSpc>
              <a:spcBef>
                <a:spcPts val="0"/>
              </a:spcBef>
              <a:spcAft>
                <a:spcPts val="0"/>
              </a:spcAft>
              <a:buNone/>
              <a:defRPr sz="2600">
                <a:latin typeface="Arimo SemiBold"/>
                <a:ea typeface="Arimo SemiBold"/>
                <a:cs typeface="Arimo SemiBold"/>
                <a:sym typeface="Arimo SemiBold"/>
              </a:defRPr>
            </a:lvl7pPr>
            <a:lvl8pPr lvl="7" algn="ctr">
              <a:lnSpc>
                <a:spcPct val="115000"/>
              </a:lnSpc>
              <a:spcBef>
                <a:spcPts val="0"/>
              </a:spcBef>
              <a:spcAft>
                <a:spcPts val="0"/>
              </a:spcAft>
              <a:buNone/>
              <a:defRPr sz="2600">
                <a:latin typeface="Arimo SemiBold"/>
                <a:ea typeface="Arimo SemiBold"/>
                <a:cs typeface="Arimo SemiBold"/>
                <a:sym typeface="Arimo SemiBold"/>
              </a:defRPr>
            </a:lvl8pPr>
            <a:lvl9pPr lvl="8" algn="ctr">
              <a:lnSpc>
                <a:spcPct val="115000"/>
              </a:lnSpc>
              <a:spcBef>
                <a:spcPts val="0"/>
              </a:spcBef>
              <a:spcAft>
                <a:spcPts val="0"/>
              </a:spcAft>
              <a:buNone/>
              <a:defRPr sz="2600">
                <a:latin typeface="Arimo SemiBold"/>
                <a:ea typeface="Arimo SemiBold"/>
                <a:cs typeface="Arimo SemiBold"/>
                <a:sym typeface="Arimo SemiBold"/>
              </a:defRPr>
            </a:lvl9pPr>
          </a:lstStyle>
          <a:p/>
        </p:txBody>
      </p:sp>
      <p:sp>
        <p:nvSpPr>
          <p:cNvPr id="119" name="Google Shape;119;p19"/>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0" name="Google Shape;120;p19"/>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1" name="Google Shape;121;p1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22" name="Google Shape;122;p19"/>
          <p:cNvSpPr/>
          <p:nvPr>
            <p:ph idx="3" type="pic"/>
          </p:nvPr>
        </p:nvSpPr>
        <p:spPr>
          <a:xfrm>
            <a:off x="3766700" y="873150"/>
            <a:ext cx="1621800" cy="3549600"/>
          </a:xfrm>
          <a:prstGeom prst="roundRect">
            <a:avLst>
              <a:gd fmla="val 10482" name="adj"/>
            </a:avLst>
          </a:prstGeom>
          <a:noFill/>
          <a:ln>
            <a:noFill/>
          </a:ln>
        </p:spPr>
      </p:sp>
      <p:sp>
        <p:nvSpPr>
          <p:cNvPr id="123" name="Google Shape;123;p19"/>
          <p:cNvSpPr/>
          <p:nvPr>
            <p:ph idx="4" type="pic"/>
          </p:nvPr>
        </p:nvSpPr>
        <p:spPr>
          <a:xfrm>
            <a:off x="289100" y="1324475"/>
            <a:ext cx="1563300" cy="2531100"/>
          </a:xfrm>
          <a:prstGeom prst="roundRect">
            <a:avLst>
              <a:gd fmla="val 11947" name="adj"/>
            </a:avLst>
          </a:prstGeom>
          <a:noFill/>
          <a:ln>
            <a:noFill/>
          </a:ln>
        </p:spPr>
      </p:sp>
      <p:sp>
        <p:nvSpPr>
          <p:cNvPr id="124" name="Google Shape;124;p19"/>
          <p:cNvSpPr/>
          <p:nvPr>
            <p:ph idx="5" type="pic"/>
          </p:nvPr>
        </p:nvSpPr>
        <p:spPr>
          <a:xfrm>
            <a:off x="1969400" y="1142650"/>
            <a:ext cx="1563300" cy="2531100"/>
          </a:xfrm>
          <a:prstGeom prst="roundRect">
            <a:avLst>
              <a:gd fmla="val 11947" name="adj"/>
            </a:avLst>
          </a:prstGeom>
          <a:noFill/>
          <a:ln>
            <a:noFill/>
          </a:ln>
        </p:spPr>
      </p:sp>
      <p:sp>
        <p:nvSpPr>
          <p:cNvPr id="125" name="Google Shape;125;p19"/>
          <p:cNvSpPr/>
          <p:nvPr>
            <p:ph idx="6" type="pic"/>
          </p:nvPr>
        </p:nvSpPr>
        <p:spPr>
          <a:xfrm>
            <a:off x="5623125" y="1142650"/>
            <a:ext cx="1563300" cy="2531100"/>
          </a:xfrm>
          <a:prstGeom prst="roundRect">
            <a:avLst>
              <a:gd fmla="val 11947" name="adj"/>
            </a:avLst>
          </a:prstGeom>
          <a:noFill/>
          <a:ln>
            <a:noFill/>
          </a:ln>
        </p:spPr>
      </p:sp>
      <p:sp>
        <p:nvSpPr>
          <p:cNvPr id="126" name="Google Shape;126;p19"/>
          <p:cNvSpPr/>
          <p:nvPr>
            <p:ph idx="7" type="pic"/>
          </p:nvPr>
        </p:nvSpPr>
        <p:spPr>
          <a:xfrm>
            <a:off x="7304050" y="1324475"/>
            <a:ext cx="1563300" cy="2531100"/>
          </a:xfrm>
          <a:prstGeom prst="roundRect">
            <a:avLst>
              <a:gd fmla="val 11947" name="adj"/>
            </a:avLst>
          </a:prstGeom>
          <a:noFill/>
          <a:ln>
            <a:noFill/>
          </a:ln>
        </p:spPr>
      </p:sp>
      <p:sp>
        <p:nvSpPr>
          <p:cNvPr id="127" name="Google Shape;127;p19"/>
          <p:cNvSpPr txBox="1"/>
          <p:nvPr>
            <p:ph idx="8" type="subTitle"/>
          </p:nvPr>
        </p:nvSpPr>
        <p:spPr>
          <a:xfrm>
            <a:off x="378475" y="4261299"/>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28" name="Google Shape;128;p19"/>
          <p:cNvSpPr txBox="1"/>
          <p:nvPr>
            <p:ph idx="9" type="subTitle"/>
          </p:nvPr>
        </p:nvSpPr>
        <p:spPr>
          <a:xfrm>
            <a:off x="378476" y="4562900"/>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129" name="Google Shape;129;p19"/>
          <p:cNvSpPr txBox="1"/>
          <p:nvPr>
            <p:ph idx="13" type="subTitle"/>
          </p:nvPr>
        </p:nvSpPr>
        <p:spPr>
          <a:xfrm>
            <a:off x="2057625" y="4074126"/>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30" name="Google Shape;130;p19"/>
          <p:cNvSpPr txBox="1"/>
          <p:nvPr>
            <p:ph idx="14" type="subTitle"/>
          </p:nvPr>
        </p:nvSpPr>
        <p:spPr>
          <a:xfrm>
            <a:off x="2057625"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131" name="Google Shape;131;p19"/>
          <p:cNvSpPr txBox="1"/>
          <p:nvPr>
            <p:ph idx="15" type="subTitle"/>
          </p:nvPr>
        </p:nvSpPr>
        <p:spPr>
          <a:xfrm>
            <a:off x="5712200" y="4074126"/>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32" name="Google Shape;132;p19"/>
          <p:cNvSpPr txBox="1"/>
          <p:nvPr>
            <p:ph idx="16" type="subTitle"/>
          </p:nvPr>
        </p:nvSpPr>
        <p:spPr>
          <a:xfrm>
            <a:off x="5712200"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133" name="Google Shape;133;p19"/>
          <p:cNvSpPr txBox="1"/>
          <p:nvPr>
            <p:ph idx="17" type="subTitle"/>
          </p:nvPr>
        </p:nvSpPr>
        <p:spPr>
          <a:xfrm>
            <a:off x="7395575" y="4261301"/>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34" name="Google Shape;134;p19"/>
          <p:cNvSpPr txBox="1"/>
          <p:nvPr>
            <p:ph idx="18" type="subTitle"/>
          </p:nvPr>
        </p:nvSpPr>
        <p:spPr>
          <a:xfrm>
            <a:off x="7395575" y="4562900"/>
            <a:ext cx="15042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21_1_1">
    <p:bg>
      <p:bgPr>
        <a:solidFill>
          <a:schemeClr val="accent5"/>
        </a:solidFill>
      </p:bgPr>
    </p:bg>
    <p:spTree>
      <p:nvGrpSpPr>
        <p:cNvPr id="135" name="Shape 135"/>
        <p:cNvGrpSpPr/>
        <p:nvPr/>
      </p:nvGrpSpPr>
      <p:grpSpPr>
        <a:xfrm>
          <a:off x="0" y="0"/>
          <a:ext cx="0" cy="0"/>
          <a:chOff x="0" y="0"/>
          <a:chExt cx="0" cy="0"/>
        </a:xfrm>
      </p:grpSpPr>
      <p:sp>
        <p:nvSpPr>
          <p:cNvPr id="136" name="Google Shape;136;p20"/>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37" name="Google Shape;137;p20"/>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8" name="Google Shape;138;p20"/>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9" name="Google Shape;139;p2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
    <p:bg>
      <p:bgPr>
        <a:solidFill>
          <a:schemeClr val="accent5"/>
        </a:solidFill>
      </p:bgPr>
    </p:bg>
    <p:spTree>
      <p:nvGrpSpPr>
        <p:cNvPr id="140" name="Shape 140"/>
        <p:cNvGrpSpPr/>
        <p:nvPr/>
      </p:nvGrpSpPr>
      <p:grpSpPr>
        <a:xfrm>
          <a:off x="0" y="0"/>
          <a:ext cx="0" cy="0"/>
          <a:chOff x="0" y="0"/>
          <a:chExt cx="0" cy="0"/>
        </a:xfrm>
      </p:grpSpPr>
      <p:pic>
        <p:nvPicPr>
          <p:cNvPr id="141" name="Google Shape;141;p21"/>
          <p:cNvPicPr preferRelativeResize="0"/>
          <p:nvPr/>
        </p:nvPicPr>
        <p:blipFill rotWithShape="1">
          <a:blip r:embed="rId2">
            <a:alphaModFix amt="10000"/>
          </a:blip>
          <a:srcRect b="720" l="1068" r="19" t="592"/>
          <a:stretch/>
        </p:blipFill>
        <p:spPr>
          <a:xfrm>
            <a:off x="277425" y="277650"/>
            <a:ext cx="8588100" cy="4582500"/>
          </a:xfrm>
          <a:prstGeom prst="roundRect">
            <a:avLst>
              <a:gd fmla="val 13460" name="adj"/>
            </a:avLst>
          </a:prstGeom>
          <a:noFill/>
          <a:ln>
            <a:noFill/>
          </a:ln>
        </p:spPr>
      </p:pic>
      <p:sp>
        <p:nvSpPr>
          <p:cNvPr id="142" name="Google Shape;142;p21"/>
          <p:cNvSpPr txBox="1"/>
          <p:nvPr>
            <p:ph type="title"/>
          </p:nvPr>
        </p:nvSpPr>
        <p:spPr>
          <a:xfrm>
            <a:off x="625375" y="2731850"/>
            <a:ext cx="4034400" cy="1746900"/>
          </a:xfrm>
          <a:prstGeom prst="rect">
            <a:avLst/>
          </a:prstGeom>
        </p:spPr>
        <p:txBody>
          <a:bodyPr anchorCtr="0" anchor="b" bIns="0" lIns="0" spcFirstLastPara="1" rIns="0" wrap="square" tIns="0">
            <a:noAutofit/>
          </a:bodyPr>
          <a:lstStyle>
            <a:lvl1pPr lvl="0">
              <a:spcBef>
                <a:spcPts val="0"/>
              </a:spcBef>
              <a:spcAft>
                <a:spcPts val="0"/>
              </a:spcAft>
              <a:buNone/>
              <a:defRPr sz="4000"/>
            </a:lvl1pPr>
            <a:lvl2pPr lvl="1" algn="ctr">
              <a:lnSpc>
                <a:spcPct val="115000"/>
              </a:lnSpc>
              <a:spcBef>
                <a:spcPts val="0"/>
              </a:spcBef>
              <a:spcAft>
                <a:spcPts val="0"/>
              </a:spcAft>
              <a:buNone/>
              <a:defRPr>
                <a:latin typeface="Arimo Medium"/>
                <a:ea typeface="Arimo Medium"/>
                <a:cs typeface="Arimo Medium"/>
                <a:sym typeface="Arimo Medium"/>
              </a:defRPr>
            </a:lvl2pPr>
            <a:lvl3pPr lvl="2" algn="ctr">
              <a:lnSpc>
                <a:spcPct val="115000"/>
              </a:lnSpc>
              <a:spcBef>
                <a:spcPts val="0"/>
              </a:spcBef>
              <a:spcAft>
                <a:spcPts val="0"/>
              </a:spcAft>
              <a:buNone/>
              <a:defRPr>
                <a:latin typeface="Arimo Medium"/>
                <a:ea typeface="Arimo Medium"/>
                <a:cs typeface="Arimo Medium"/>
                <a:sym typeface="Arimo Medium"/>
              </a:defRPr>
            </a:lvl3pPr>
            <a:lvl4pPr lvl="3" algn="ctr">
              <a:lnSpc>
                <a:spcPct val="115000"/>
              </a:lnSpc>
              <a:spcBef>
                <a:spcPts val="0"/>
              </a:spcBef>
              <a:spcAft>
                <a:spcPts val="0"/>
              </a:spcAft>
              <a:buNone/>
              <a:defRPr>
                <a:latin typeface="Arimo Medium"/>
                <a:ea typeface="Arimo Medium"/>
                <a:cs typeface="Arimo Medium"/>
                <a:sym typeface="Arimo Medium"/>
              </a:defRPr>
            </a:lvl4pPr>
            <a:lvl5pPr lvl="4" algn="ctr">
              <a:lnSpc>
                <a:spcPct val="115000"/>
              </a:lnSpc>
              <a:spcBef>
                <a:spcPts val="0"/>
              </a:spcBef>
              <a:spcAft>
                <a:spcPts val="0"/>
              </a:spcAft>
              <a:buNone/>
              <a:defRPr>
                <a:latin typeface="Arimo Medium"/>
                <a:ea typeface="Arimo Medium"/>
                <a:cs typeface="Arimo Medium"/>
                <a:sym typeface="Arimo Medium"/>
              </a:defRPr>
            </a:lvl5pPr>
            <a:lvl6pPr lvl="5" algn="ctr">
              <a:lnSpc>
                <a:spcPct val="115000"/>
              </a:lnSpc>
              <a:spcBef>
                <a:spcPts val="0"/>
              </a:spcBef>
              <a:spcAft>
                <a:spcPts val="0"/>
              </a:spcAft>
              <a:buNone/>
              <a:defRPr>
                <a:latin typeface="Arimo Medium"/>
                <a:ea typeface="Arimo Medium"/>
                <a:cs typeface="Arimo Medium"/>
                <a:sym typeface="Arimo Medium"/>
              </a:defRPr>
            </a:lvl6pPr>
            <a:lvl7pPr lvl="6" algn="ctr">
              <a:lnSpc>
                <a:spcPct val="115000"/>
              </a:lnSpc>
              <a:spcBef>
                <a:spcPts val="0"/>
              </a:spcBef>
              <a:spcAft>
                <a:spcPts val="0"/>
              </a:spcAft>
              <a:buNone/>
              <a:defRPr>
                <a:latin typeface="Arimo Medium"/>
                <a:ea typeface="Arimo Medium"/>
                <a:cs typeface="Arimo Medium"/>
                <a:sym typeface="Arimo Medium"/>
              </a:defRPr>
            </a:lvl7pPr>
            <a:lvl8pPr lvl="7" algn="ctr">
              <a:lnSpc>
                <a:spcPct val="115000"/>
              </a:lnSpc>
              <a:spcBef>
                <a:spcPts val="0"/>
              </a:spcBef>
              <a:spcAft>
                <a:spcPts val="0"/>
              </a:spcAft>
              <a:buNone/>
              <a:defRPr>
                <a:latin typeface="Arimo Medium"/>
                <a:ea typeface="Arimo Medium"/>
                <a:cs typeface="Arimo Medium"/>
                <a:sym typeface="Arimo Medium"/>
              </a:defRPr>
            </a:lvl8pPr>
            <a:lvl9pPr lvl="8" algn="ctr">
              <a:lnSpc>
                <a:spcPct val="115000"/>
              </a:lnSpc>
              <a:spcBef>
                <a:spcPts val="0"/>
              </a:spcBef>
              <a:spcAft>
                <a:spcPts val="0"/>
              </a:spcAft>
              <a:buNone/>
              <a:defRPr>
                <a:latin typeface="Arimo Medium"/>
                <a:ea typeface="Arimo Medium"/>
                <a:cs typeface="Arimo Medium"/>
                <a:sym typeface="Arimo Medium"/>
              </a:defRPr>
            </a:lvl9pPr>
          </a:lstStyle>
          <a:p/>
        </p:txBody>
      </p:sp>
      <p:sp>
        <p:nvSpPr>
          <p:cNvPr id="143" name="Google Shape;143;p2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accent5"/>
        </a:solidFill>
      </p:bgPr>
    </p:bg>
    <p:spTree>
      <p:nvGrpSpPr>
        <p:cNvPr id="144" name="Shape 144"/>
        <p:cNvGrpSpPr/>
        <p:nvPr/>
      </p:nvGrpSpPr>
      <p:grpSpPr>
        <a:xfrm>
          <a:off x="0" y="0"/>
          <a:ext cx="0" cy="0"/>
          <a:chOff x="0" y="0"/>
          <a:chExt cx="0" cy="0"/>
        </a:xfrm>
      </p:grpSpPr>
      <p:sp>
        <p:nvSpPr>
          <p:cNvPr id="145" name="Google Shape;145;p22"/>
          <p:cNvSpPr txBox="1"/>
          <p:nvPr>
            <p:ph idx="1" type="subTitle"/>
          </p:nvPr>
        </p:nvSpPr>
        <p:spPr>
          <a:xfrm>
            <a:off x="4539825" y="3178291"/>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46" name="Google Shape;146;p22"/>
          <p:cNvSpPr txBox="1"/>
          <p:nvPr>
            <p:ph idx="2" type="subTitle"/>
          </p:nvPr>
        </p:nvSpPr>
        <p:spPr>
          <a:xfrm>
            <a:off x="4539825" y="3792808"/>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47" name="Google Shape;147;p22"/>
          <p:cNvSpPr txBox="1"/>
          <p:nvPr>
            <p:ph idx="3" type="subTitle"/>
          </p:nvPr>
        </p:nvSpPr>
        <p:spPr>
          <a:xfrm>
            <a:off x="4539825" y="4407325"/>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48" name="Google Shape;148;p22"/>
          <p:cNvSpPr txBox="1"/>
          <p:nvPr>
            <p:ph type="title"/>
          </p:nvPr>
        </p:nvSpPr>
        <p:spPr>
          <a:xfrm>
            <a:off x="277425" y="2056225"/>
            <a:ext cx="3541500" cy="2803500"/>
          </a:xfrm>
          <a:prstGeom prst="rect">
            <a:avLst/>
          </a:prstGeom>
        </p:spPr>
        <p:txBody>
          <a:bodyPr anchorCtr="0" anchor="b" bIns="0" lIns="0" spcFirstLastPara="1" rIns="0" wrap="square" tIns="0">
            <a:noAutofit/>
          </a:bodyPr>
          <a:lstStyle>
            <a:lvl1pPr lvl="0">
              <a:spcBef>
                <a:spcPts val="0"/>
              </a:spcBef>
              <a:spcAft>
                <a:spcPts val="0"/>
              </a:spcAft>
              <a:buNone/>
              <a:defRPr sz="5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49" name="Google Shape;149;p22"/>
          <p:cNvSpPr txBox="1"/>
          <p:nvPr>
            <p:ph idx="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50" name="Google Shape;150;p22"/>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51" name="Google Shape;151;p2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CUSTOM_11">
    <p:bg>
      <p:bgPr>
        <a:solidFill>
          <a:schemeClr val="accent5"/>
        </a:solidFill>
      </p:bgPr>
    </p:bg>
    <p:spTree>
      <p:nvGrpSpPr>
        <p:cNvPr id="152" name="Shape 152"/>
        <p:cNvGrpSpPr/>
        <p:nvPr/>
      </p:nvGrpSpPr>
      <p:grpSpPr>
        <a:xfrm>
          <a:off x="0" y="0"/>
          <a:ext cx="0" cy="0"/>
          <a:chOff x="0" y="0"/>
          <a:chExt cx="0" cy="0"/>
        </a:xfrm>
      </p:grpSpPr>
      <p:sp>
        <p:nvSpPr>
          <p:cNvPr id="153" name="Google Shape;153;p23"/>
          <p:cNvSpPr/>
          <p:nvPr>
            <p:ph idx="2" type="pic"/>
          </p:nvPr>
        </p:nvSpPr>
        <p:spPr>
          <a:xfrm>
            <a:off x="7480825" y="734600"/>
            <a:ext cx="1383900" cy="1660200"/>
          </a:xfrm>
          <a:prstGeom prst="roundRect">
            <a:avLst>
              <a:gd fmla="val 11646" name="adj"/>
            </a:avLst>
          </a:prstGeom>
          <a:noFill/>
          <a:ln>
            <a:noFill/>
          </a:ln>
        </p:spPr>
      </p:sp>
      <p:sp>
        <p:nvSpPr>
          <p:cNvPr id="154" name="Google Shape;154;p23"/>
          <p:cNvSpPr/>
          <p:nvPr>
            <p:ph idx="3" type="pic"/>
          </p:nvPr>
        </p:nvSpPr>
        <p:spPr>
          <a:xfrm>
            <a:off x="7480825" y="2521175"/>
            <a:ext cx="1383900" cy="1879200"/>
          </a:xfrm>
          <a:prstGeom prst="roundRect">
            <a:avLst>
              <a:gd fmla="val 11646" name="adj"/>
            </a:avLst>
          </a:prstGeom>
          <a:noFill/>
          <a:ln>
            <a:noFill/>
          </a:ln>
        </p:spPr>
      </p:sp>
      <p:sp>
        <p:nvSpPr>
          <p:cNvPr id="155" name="Google Shape;155;p23"/>
          <p:cNvSpPr/>
          <p:nvPr>
            <p:ph idx="4" type="pic"/>
          </p:nvPr>
        </p:nvSpPr>
        <p:spPr>
          <a:xfrm>
            <a:off x="4665550" y="850900"/>
            <a:ext cx="2589300" cy="3433200"/>
          </a:xfrm>
          <a:prstGeom prst="roundRect">
            <a:avLst>
              <a:gd fmla="val 6330" name="adj"/>
            </a:avLst>
          </a:prstGeom>
          <a:noFill/>
          <a:ln>
            <a:noFill/>
          </a:ln>
        </p:spPr>
      </p:sp>
      <p:sp>
        <p:nvSpPr>
          <p:cNvPr id="156" name="Google Shape;156;p23"/>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57" name="Google Shape;157;p23"/>
          <p:cNvSpPr txBox="1"/>
          <p:nvPr>
            <p:ph idx="5"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58" name="Google Shape;158;p23"/>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59" name="Google Shape;159;p23"/>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0" name="Google Shape;160;p2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CUSTOM_11_1">
    <p:bg>
      <p:bgPr>
        <a:solidFill>
          <a:schemeClr val="accent5"/>
        </a:solidFill>
      </p:bgPr>
    </p:bg>
    <p:spTree>
      <p:nvGrpSpPr>
        <p:cNvPr id="161" name="Shape 161"/>
        <p:cNvGrpSpPr/>
        <p:nvPr/>
      </p:nvGrpSpPr>
      <p:grpSpPr>
        <a:xfrm>
          <a:off x="0" y="0"/>
          <a:ext cx="0" cy="0"/>
          <a:chOff x="0" y="0"/>
          <a:chExt cx="0" cy="0"/>
        </a:xfrm>
      </p:grpSpPr>
      <p:sp>
        <p:nvSpPr>
          <p:cNvPr id="162" name="Google Shape;162;p24"/>
          <p:cNvSpPr/>
          <p:nvPr/>
        </p:nvSpPr>
        <p:spPr>
          <a:xfrm>
            <a:off x="6107109" y="582300"/>
            <a:ext cx="2759400" cy="3586200"/>
          </a:xfrm>
          <a:prstGeom prst="roundRect">
            <a:avLst>
              <a:gd fmla="val 867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163" name="Google Shape;163;p24"/>
          <p:cNvSpPr/>
          <p:nvPr>
            <p:ph idx="2" type="pic"/>
          </p:nvPr>
        </p:nvSpPr>
        <p:spPr>
          <a:xfrm>
            <a:off x="6220309" y="696000"/>
            <a:ext cx="2532900" cy="3358800"/>
          </a:xfrm>
          <a:prstGeom prst="roundRect">
            <a:avLst>
              <a:gd fmla="val 7223" name="adj"/>
            </a:avLst>
          </a:prstGeom>
          <a:noFill/>
          <a:ln>
            <a:noFill/>
          </a:ln>
        </p:spPr>
      </p:sp>
      <p:sp>
        <p:nvSpPr>
          <p:cNvPr id="164" name="Google Shape;164;p24"/>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65" name="Google Shape;165;p24"/>
          <p:cNvSpPr txBox="1"/>
          <p:nvPr>
            <p:ph idx="3"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66" name="Google Shape;166;p24"/>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7" name="Google Shape;167;p24"/>
          <p:cNvSpPr txBox="1"/>
          <p:nvPr>
            <p:ph idx="4"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8" name="Google Shape;168;p2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
  <p:cSld name="CUSTOM_11_1_1">
    <p:bg>
      <p:bgPr>
        <a:solidFill>
          <a:schemeClr val="accent5"/>
        </a:solidFill>
      </p:bgPr>
    </p:bg>
    <p:spTree>
      <p:nvGrpSpPr>
        <p:cNvPr id="169" name="Shape 169"/>
        <p:cNvGrpSpPr/>
        <p:nvPr/>
      </p:nvGrpSpPr>
      <p:grpSpPr>
        <a:xfrm>
          <a:off x="0" y="0"/>
          <a:ext cx="0" cy="0"/>
          <a:chOff x="0" y="0"/>
          <a:chExt cx="0" cy="0"/>
        </a:xfrm>
      </p:grpSpPr>
      <p:sp>
        <p:nvSpPr>
          <p:cNvPr id="170" name="Google Shape;170;p25"/>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71" name="Google Shape;171;p25"/>
          <p:cNvSpPr txBox="1"/>
          <p:nvPr>
            <p:ph idx="2"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72" name="Google Shape;172;p25"/>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3" name="Google Shape;173;p25"/>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4" name="Google Shape;174;p2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1">
  <p:cSld name="CUSTOM_12">
    <p:bg>
      <p:bgPr>
        <a:solidFill>
          <a:schemeClr val="accent5"/>
        </a:solidFill>
      </p:bgPr>
    </p:bg>
    <p:spTree>
      <p:nvGrpSpPr>
        <p:cNvPr id="175" name="Shape 175"/>
        <p:cNvGrpSpPr/>
        <p:nvPr/>
      </p:nvGrpSpPr>
      <p:grpSpPr>
        <a:xfrm>
          <a:off x="0" y="0"/>
          <a:ext cx="0" cy="0"/>
          <a:chOff x="0" y="0"/>
          <a:chExt cx="0" cy="0"/>
        </a:xfrm>
      </p:grpSpPr>
      <p:sp>
        <p:nvSpPr>
          <p:cNvPr id="176" name="Google Shape;176;p26"/>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77" name="Google Shape;177;p2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8" name="Google Shape;178;p26"/>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9" name="Google Shape;179;p2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80" name="Google Shape;180;p26"/>
          <p:cNvSpPr txBox="1"/>
          <p:nvPr>
            <p:ph idx="3" type="body"/>
          </p:nvPr>
        </p:nvSpPr>
        <p:spPr>
          <a:xfrm>
            <a:off x="495652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81" name="Google Shape;181;p26"/>
          <p:cNvSpPr txBox="1"/>
          <p:nvPr>
            <p:ph idx="4" type="body"/>
          </p:nvPr>
        </p:nvSpPr>
        <p:spPr>
          <a:xfrm>
            <a:off x="38947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82" name="Google Shape;182;p26"/>
          <p:cNvSpPr txBox="1"/>
          <p:nvPr>
            <p:ph idx="5" type="subTitle"/>
          </p:nvPr>
        </p:nvSpPr>
        <p:spPr>
          <a:xfrm>
            <a:off x="47992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83" name="Google Shape;183;p26"/>
          <p:cNvSpPr txBox="1"/>
          <p:nvPr>
            <p:ph idx="6" type="subTitle"/>
          </p:nvPr>
        </p:nvSpPr>
        <p:spPr>
          <a:xfrm>
            <a:off x="486827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CUSTOM_13">
    <p:bg>
      <p:bgPr>
        <a:solidFill>
          <a:schemeClr val="accent5"/>
        </a:solidFill>
      </p:bgPr>
    </p:bg>
    <p:spTree>
      <p:nvGrpSpPr>
        <p:cNvPr id="184" name="Shape 184"/>
        <p:cNvGrpSpPr/>
        <p:nvPr/>
      </p:nvGrpSpPr>
      <p:grpSpPr>
        <a:xfrm>
          <a:off x="0" y="0"/>
          <a:ext cx="0" cy="0"/>
          <a:chOff x="0" y="0"/>
          <a:chExt cx="0" cy="0"/>
        </a:xfrm>
      </p:grpSpPr>
      <p:sp>
        <p:nvSpPr>
          <p:cNvPr id="185" name="Google Shape;185;p27"/>
          <p:cNvSpPr/>
          <p:nvPr>
            <p:ph idx="2" type="pic"/>
          </p:nvPr>
        </p:nvSpPr>
        <p:spPr>
          <a:xfrm>
            <a:off x="502800" y="2080575"/>
            <a:ext cx="603600" cy="603600"/>
          </a:xfrm>
          <a:prstGeom prst="ellipse">
            <a:avLst/>
          </a:prstGeom>
          <a:noFill/>
          <a:ln>
            <a:noFill/>
          </a:ln>
        </p:spPr>
      </p:sp>
      <p:sp>
        <p:nvSpPr>
          <p:cNvPr id="186" name="Google Shape;186;p27"/>
          <p:cNvSpPr/>
          <p:nvPr>
            <p:ph idx="3" type="pic"/>
          </p:nvPr>
        </p:nvSpPr>
        <p:spPr>
          <a:xfrm>
            <a:off x="6334750" y="2080575"/>
            <a:ext cx="603600" cy="603600"/>
          </a:xfrm>
          <a:prstGeom prst="ellipse">
            <a:avLst/>
          </a:prstGeom>
          <a:noFill/>
          <a:ln>
            <a:noFill/>
          </a:ln>
        </p:spPr>
      </p:sp>
      <p:sp>
        <p:nvSpPr>
          <p:cNvPr id="187" name="Google Shape;187;p27"/>
          <p:cNvSpPr/>
          <p:nvPr>
            <p:ph idx="4" type="pic"/>
          </p:nvPr>
        </p:nvSpPr>
        <p:spPr>
          <a:xfrm>
            <a:off x="3418775" y="2080550"/>
            <a:ext cx="603600" cy="603600"/>
          </a:xfrm>
          <a:prstGeom prst="ellipse">
            <a:avLst/>
          </a:prstGeom>
          <a:noFill/>
          <a:ln>
            <a:noFill/>
          </a:ln>
        </p:spPr>
      </p:sp>
      <p:sp>
        <p:nvSpPr>
          <p:cNvPr id="188" name="Google Shape;188;p27"/>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89" name="Google Shape;189;p2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90" name="Google Shape;190;p27"/>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91" name="Google Shape;191;p2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92" name="Google Shape;192;p27"/>
          <p:cNvSpPr txBox="1"/>
          <p:nvPr>
            <p:ph idx="6" type="body"/>
          </p:nvPr>
        </p:nvSpPr>
        <p:spPr>
          <a:xfrm>
            <a:off x="480250"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93" name="Google Shape;193;p27"/>
          <p:cNvSpPr txBox="1"/>
          <p:nvPr>
            <p:ph idx="7" type="body"/>
          </p:nvPr>
        </p:nvSpPr>
        <p:spPr>
          <a:xfrm>
            <a:off x="3422476"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94" name="Google Shape;194;p27"/>
          <p:cNvSpPr txBox="1"/>
          <p:nvPr>
            <p:ph idx="8" type="body"/>
          </p:nvPr>
        </p:nvSpPr>
        <p:spPr>
          <a:xfrm>
            <a:off x="6326625" y="3608000"/>
            <a:ext cx="23172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95" name="Google Shape;195;p27"/>
          <p:cNvSpPr txBox="1"/>
          <p:nvPr>
            <p:ph idx="9" type="subTitle"/>
          </p:nvPr>
        </p:nvSpPr>
        <p:spPr>
          <a:xfrm>
            <a:off x="48025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96" name="Google Shape;196;p27"/>
          <p:cNvSpPr txBox="1"/>
          <p:nvPr>
            <p:ph idx="13" type="subTitle"/>
          </p:nvPr>
        </p:nvSpPr>
        <p:spPr>
          <a:xfrm>
            <a:off x="3422476"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97" name="Google Shape;197;p27"/>
          <p:cNvSpPr txBox="1"/>
          <p:nvPr>
            <p:ph idx="14" type="subTitle"/>
          </p:nvPr>
        </p:nvSpPr>
        <p:spPr>
          <a:xfrm>
            <a:off x="632880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13_1">
    <p:bg>
      <p:bgPr>
        <a:solidFill>
          <a:schemeClr val="accent5"/>
        </a:solidFill>
      </p:bgPr>
    </p:bg>
    <p:spTree>
      <p:nvGrpSpPr>
        <p:cNvPr id="198" name="Shape 198"/>
        <p:cNvGrpSpPr/>
        <p:nvPr/>
      </p:nvGrpSpPr>
      <p:grpSpPr>
        <a:xfrm>
          <a:off x="0" y="0"/>
          <a:ext cx="0" cy="0"/>
          <a:chOff x="0" y="0"/>
          <a:chExt cx="0" cy="0"/>
        </a:xfrm>
      </p:grpSpPr>
      <p:sp>
        <p:nvSpPr>
          <p:cNvPr id="199" name="Google Shape;199;p28"/>
          <p:cNvSpPr/>
          <p:nvPr>
            <p:ph idx="2" type="pic"/>
          </p:nvPr>
        </p:nvSpPr>
        <p:spPr>
          <a:xfrm>
            <a:off x="4644850" y="1299225"/>
            <a:ext cx="1037700" cy="1056300"/>
          </a:xfrm>
          <a:prstGeom prst="roundRect">
            <a:avLst>
              <a:gd fmla="val 12807" name="adj"/>
            </a:avLst>
          </a:prstGeom>
          <a:noFill/>
          <a:ln>
            <a:noFill/>
          </a:ln>
        </p:spPr>
      </p:sp>
      <p:sp>
        <p:nvSpPr>
          <p:cNvPr id="200" name="Google Shape;200;p28"/>
          <p:cNvSpPr/>
          <p:nvPr>
            <p:ph idx="3" type="pic"/>
          </p:nvPr>
        </p:nvSpPr>
        <p:spPr>
          <a:xfrm>
            <a:off x="4644850" y="3642825"/>
            <a:ext cx="1037700" cy="1056300"/>
          </a:xfrm>
          <a:prstGeom prst="roundRect">
            <a:avLst>
              <a:gd fmla="val 12807" name="adj"/>
            </a:avLst>
          </a:prstGeom>
          <a:noFill/>
          <a:ln>
            <a:noFill/>
          </a:ln>
        </p:spPr>
      </p:sp>
      <p:sp>
        <p:nvSpPr>
          <p:cNvPr id="201" name="Google Shape;201;p28"/>
          <p:cNvSpPr/>
          <p:nvPr>
            <p:ph idx="4" type="pic"/>
          </p:nvPr>
        </p:nvSpPr>
        <p:spPr>
          <a:xfrm>
            <a:off x="7828875" y="2471025"/>
            <a:ext cx="1037700" cy="1056300"/>
          </a:xfrm>
          <a:prstGeom prst="roundRect">
            <a:avLst>
              <a:gd fmla="val 12807" name="adj"/>
            </a:avLst>
          </a:prstGeom>
          <a:noFill/>
          <a:ln>
            <a:noFill/>
          </a:ln>
        </p:spPr>
      </p:sp>
      <p:sp>
        <p:nvSpPr>
          <p:cNvPr id="202" name="Google Shape;202;p28"/>
          <p:cNvSpPr/>
          <p:nvPr>
            <p:ph idx="5" type="pic"/>
          </p:nvPr>
        </p:nvSpPr>
        <p:spPr>
          <a:xfrm>
            <a:off x="373175" y="1147525"/>
            <a:ext cx="3579900" cy="3607500"/>
          </a:xfrm>
          <a:prstGeom prst="roundRect">
            <a:avLst>
              <a:gd fmla="val 11548" name="adj"/>
            </a:avLst>
          </a:prstGeom>
          <a:noFill/>
          <a:ln>
            <a:noFill/>
          </a:ln>
        </p:spPr>
      </p:sp>
      <p:sp>
        <p:nvSpPr>
          <p:cNvPr id="203" name="Google Shape;203;p28"/>
          <p:cNvSpPr txBox="1"/>
          <p:nvPr>
            <p:ph type="title"/>
          </p:nvPr>
        </p:nvSpPr>
        <p:spPr>
          <a:xfrm>
            <a:off x="277500" y="416250"/>
            <a:ext cx="8589000" cy="6267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04" name="Google Shape;204;p2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5" name="Google Shape;205;p28"/>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6" name="Google Shape;206;p2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07" name="Google Shape;207;p28"/>
          <p:cNvSpPr txBox="1"/>
          <p:nvPr>
            <p:ph idx="7" type="title"/>
          </p:nvPr>
        </p:nvSpPr>
        <p:spPr>
          <a:xfrm>
            <a:off x="6033800" y="15393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208" name="Google Shape;208;p28"/>
          <p:cNvSpPr txBox="1"/>
          <p:nvPr>
            <p:ph idx="8" type="title"/>
          </p:nvPr>
        </p:nvSpPr>
        <p:spPr>
          <a:xfrm>
            <a:off x="6033800" y="18086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209" name="Google Shape;209;p28"/>
          <p:cNvSpPr txBox="1"/>
          <p:nvPr>
            <p:ph idx="9" type="title"/>
          </p:nvPr>
        </p:nvSpPr>
        <p:spPr>
          <a:xfrm>
            <a:off x="4869750" y="27111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210" name="Google Shape;210;p28"/>
          <p:cNvSpPr txBox="1"/>
          <p:nvPr>
            <p:ph idx="13" type="title"/>
          </p:nvPr>
        </p:nvSpPr>
        <p:spPr>
          <a:xfrm>
            <a:off x="4869750" y="29804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211" name="Google Shape;211;p28"/>
          <p:cNvSpPr txBox="1"/>
          <p:nvPr>
            <p:ph idx="14" type="title"/>
          </p:nvPr>
        </p:nvSpPr>
        <p:spPr>
          <a:xfrm>
            <a:off x="6033800" y="38829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212" name="Google Shape;212;p28"/>
          <p:cNvSpPr txBox="1"/>
          <p:nvPr>
            <p:ph idx="15" type="title"/>
          </p:nvPr>
        </p:nvSpPr>
        <p:spPr>
          <a:xfrm>
            <a:off x="6033800" y="41522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CUSTOM_14">
    <p:bg>
      <p:bgPr>
        <a:solidFill>
          <a:schemeClr val="accent5"/>
        </a:solidFill>
      </p:bgPr>
    </p:bg>
    <p:spTree>
      <p:nvGrpSpPr>
        <p:cNvPr id="213" name="Shape 213"/>
        <p:cNvGrpSpPr/>
        <p:nvPr/>
      </p:nvGrpSpPr>
      <p:grpSpPr>
        <a:xfrm>
          <a:off x="0" y="0"/>
          <a:ext cx="0" cy="0"/>
          <a:chOff x="0" y="0"/>
          <a:chExt cx="0" cy="0"/>
        </a:xfrm>
      </p:grpSpPr>
      <p:sp>
        <p:nvSpPr>
          <p:cNvPr id="214" name="Google Shape;214;p29"/>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15" name="Google Shape;215;p29"/>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16" name="Google Shape;216;p29"/>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17" name="Google Shape;217;p2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18" name="Google Shape;218;p29"/>
          <p:cNvSpPr txBox="1"/>
          <p:nvPr>
            <p:ph idx="3" type="body"/>
          </p:nvPr>
        </p:nvSpPr>
        <p:spPr>
          <a:xfrm>
            <a:off x="22669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19" name="Google Shape;219;p29"/>
          <p:cNvSpPr txBox="1"/>
          <p:nvPr>
            <p:ph idx="4" type="body"/>
          </p:nvPr>
        </p:nvSpPr>
        <p:spPr>
          <a:xfrm>
            <a:off x="40068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0" name="Google Shape;220;p29"/>
          <p:cNvSpPr txBox="1"/>
          <p:nvPr>
            <p:ph idx="5" type="body"/>
          </p:nvPr>
        </p:nvSpPr>
        <p:spPr>
          <a:xfrm>
            <a:off x="57482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1" name="Google Shape;221;p29"/>
          <p:cNvSpPr txBox="1"/>
          <p:nvPr>
            <p:ph idx="6" type="body"/>
          </p:nvPr>
        </p:nvSpPr>
        <p:spPr>
          <a:xfrm>
            <a:off x="74507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2" name="Google Shape;222;p29"/>
          <p:cNvSpPr txBox="1"/>
          <p:nvPr>
            <p:ph idx="7" type="subTitle"/>
          </p:nvPr>
        </p:nvSpPr>
        <p:spPr>
          <a:xfrm>
            <a:off x="22670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223" name="Google Shape;223;p29"/>
          <p:cNvSpPr txBox="1"/>
          <p:nvPr>
            <p:ph idx="8" type="subTitle"/>
          </p:nvPr>
        </p:nvSpPr>
        <p:spPr>
          <a:xfrm>
            <a:off x="4006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224" name="Google Shape;224;p29"/>
          <p:cNvSpPr txBox="1"/>
          <p:nvPr>
            <p:ph idx="9" type="subTitle"/>
          </p:nvPr>
        </p:nvSpPr>
        <p:spPr>
          <a:xfrm>
            <a:off x="57475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225" name="Google Shape;225;p29"/>
          <p:cNvSpPr txBox="1"/>
          <p:nvPr>
            <p:ph idx="13" type="subTitle"/>
          </p:nvPr>
        </p:nvSpPr>
        <p:spPr>
          <a:xfrm>
            <a:off x="7488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image">
  <p:cSld name="CUSTOM_15">
    <p:bg>
      <p:bgPr>
        <a:solidFill>
          <a:schemeClr val="accent5"/>
        </a:solidFill>
      </p:bgPr>
    </p:bg>
    <p:spTree>
      <p:nvGrpSpPr>
        <p:cNvPr id="226" name="Shape 226"/>
        <p:cNvGrpSpPr/>
        <p:nvPr/>
      </p:nvGrpSpPr>
      <p:grpSpPr>
        <a:xfrm>
          <a:off x="0" y="0"/>
          <a:ext cx="0" cy="0"/>
          <a:chOff x="0" y="0"/>
          <a:chExt cx="0" cy="0"/>
        </a:xfrm>
      </p:grpSpPr>
      <p:sp>
        <p:nvSpPr>
          <p:cNvPr id="227" name="Google Shape;227;p30"/>
          <p:cNvSpPr txBox="1"/>
          <p:nvPr>
            <p:ph type="title"/>
          </p:nvPr>
        </p:nvSpPr>
        <p:spPr>
          <a:xfrm>
            <a:off x="5321925" y="506100"/>
            <a:ext cx="3544500" cy="5793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28" name="Google Shape;228;p30"/>
          <p:cNvSpPr/>
          <p:nvPr>
            <p:ph idx="2" type="pic"/>
          </p:nvPr>
        </p:nvSpPr>
        <p:spPr>
          <a:xfrm>
            <a:off x="392100" y="411300"/>
            <a:ext cx="4297500" cy="4333200"/>
          </a:xfrm>
          <a:prstGeom prst="roundRect">
            <a:avLst>
              <a:gd fmla="val 12298" name="adj"/>
            </a:avLst>
          </a:prstGeom>
          <a:noFill/>
          <a:ln>
            <a:noFill/>
          </a:ln>
        </p:spPr>
      </p:sp>
      <p:sp>
        <p:nvSpPr>
          <p:cNvPr id="229" name="Google Shape;229;p30"/>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30" name="Google Shape;230;p3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
  <p:cSld name="CUSTOM_17_1">
    <p:bg>
      <p:bgPr>
        <a:solidFill>
          <a:schemeClr val="accent5"/>
        </a:solidFill>
      </p:bgPr>
    </p:bg>
    <p:spTree>
      <p:nvGrpSpPr>
        <p:cNvPr id="231" name="Shape 231"/>
        <p:cNvGrpSpPr/>
        <p:nvPr/>
      </p:nvGrpSpPr>
      <p:grpSpPr>
        <a:xfrm>
          <a:off x="0" y="0"/>
          <a:ext cx="0" cy="0"/>
          <a:chOff x="0" y="0"/>
          <a:chExt cx="0" cy="0"/>
        </a:xfrm>
      </p:grpSpPr>
      <p:sp>
        <p:nvSpPr>
          <p:cNvPr id="232" name="Google Shape;232;p31"/>
          <p:cNvSpPr txBox="1"/>
          <p:nvPr>
            <p:ph idx="1" type="subTitle"/>
          </p:nvPr>
        </p:nvSpPr>
        <p:spPr>
          <a:xfrm>
            <a:off x="2775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33" name="Google Shape;233;p31"/>
          <p:cNvSpPr/>
          <p:nvPr>
            <p:ph idx="2" type="pic"/>
          </p:nvPr>
        </p:nvSpPr>
        <p:spPr>
          <a:xfrm>
            <a:off x="289100" y="1685250"/>
            <a:ext cx="1751100" cy="1773000"/>
          </a:xfrm>
          <a:prstGeom prst="roundRect">
            <a:avLst>
              <a:gd fmla="val 11894" name="adj"/>
            </a:avLst>
          </a:prstGeom>
          <a:noFill/>
          <a:ln>
            <a:noFill/>
          </a:ln>
        </p:spPr>
      </p:sp>
      <p:sp>
        <p:nvSpPr>
          <p:cNvPr id="234" name="Google Shape;234;p31"/>
          <p:cNvSpPr/>
          <p:nvPr>
            <p:ph idx="3" type="pic"/>
          </p:nvPr>
        </p:nvSpPr>
        <p:spPr>
          <a:xfrm>
            <a:off x="2152200" y="1685250"/>
            <a:ext cx="1751100" cy="1773000"/>
          </a:xfrm>
          <a:prstGeom prst="roundRect">
            <a:avLst>
              <a:gd fmla="val 11894" name="adj"/>
            </a:avLst>
          </a:prstGeom>
          <a:noFill/>
          <a:ln>
            <a:noFill/>
          </a:ln>
        </p:spPr>
      </p:sp>
      <p:sp>
        <p:nvSpPr>
          <p:cNvPr id="235" name="Google Shape;235;p31"/>
          <p:cNvSpPr/>
          <p:nvPr>
            <p:ph idx="4" type="pic"/>
          </p:nvPr>
        </p:nvSpPr>
        <p:spPr>
          <a:xfrm>
            <a:off x="4015300" y="1685250"/>
            <a:ext cx="1751100" cy="1773000"/>
          </a:xfrm>
          <a:prstGeom prst="roundRect">
            <a:avLst>
              <a:gd fmla="val 11894" name="adj"/>
            </a:avLst>
          </a:prstGeom>
          <a:noFill/>
          <a:ln>
            <a:noFill/>
          </a:ln>
        </p:spPr>
      </p:sp>
      <p:sp>
        <p:nvSpPr>
          <p:cNvPr id="236" name="Google Shape;236;p31"/>
          <p:cNvSpPr/>
          <p:nvPr>
            <p:ph idx="5" type="pic"/>
          </p:nvPr>
        </p:nvSpPr>
        <p:spPr>
          <a:xfrm>
            <a:off x="5866250" y="1685250"/>
            <a:ext cx="1751100" cy="1773000"/>
          </a:xfrm>
          <a:prstGeom prst="roundRect">
            <a:avLst>
              <a:gd fmla="val 11894" name="adj"/>
            </a:avLst>
          </a:prstGeom>
          <a:noFill/>
          <a:ln>
            <a:noFill/>
          </a:ln>
        </p:spPr>
      </p:sp>
      <p:sp>
        <p:nvSpPr>
          <p:cNvPr id="237" name="Google Shape;237;p31"/>
          <p:cNvSpPr txBox="1"/>
          <p:nvPr>
            <p:ph idx="6" type="body"/>
          </p:nvPr>
        </p:nvSpPr>
        <p:spPr>
          <a:xfrm>
            <a:off x="2775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SzPts val="900"/>
              <a:buChar char="●"/>
              <a:defRPr sz="800"/>
            </a:lvl1pPr>
            <a:lvl2pPr indent="-285750" lvl="1" marL="914400">
              <a:lnSpc>
                <a:spcPct val="115000"/>
              </a:lnSpc>
              <a:spcBef>
                <a:spcPts val="800"/>
              </a:spcBef>
              <a:spcAft>
                <a:spcPts val="0"/>
              </a:spcAft>
              <a:buSzPts val="900"/>
              <a:buChar char="○"/>
              <a:defRPr sz="900"/>
            </a:lvl2pPr>
            <a:lvl3pPr indent="-285750" lvl="2" marL="1371600">
              <a:lnSpc>
                <a:spcPct val="115000"/>
              </a:lnSpc>
              <a:spcBef>
                <a:spcPts val="800"/>
              </a:spcBef>
              <a:spcAft>
                <a:spcPts val="0"/>
              </a:spcAft>
              <a:buSzPts val="900"/>
              <a:buChar char="■"/>
              <a:defRPr sz="900"/>
            </a:lvl3pPr>
            <a:lvl4pPr indent="-285750" lvl="3" marL="1828800">
              <a:lnSpc>
                <a:spcPct val="115000"/>
              </a:lnSpc>
              <a:spcBef>
                <a:spcPts val="800"/>
              </a:spcBef>
              <a:spcAft>
                <a:spcPts val="0"/>
              </a:spcAft>
              <a:buSzPts val="900"/>
              <a:buChar char="●"/>
              <a:defRPr sz="900"/>
            </a:lvl4pPr>
            <a:lvl5pPr indent="-285750" lvl="4" marL="2286000">
              <a:lnSpc>
                <a:spcPct val="115000"/>
              </a:lnSpc>
              <a:spcBef>
                <a:spcPts val="800"/>
              </a:spcBef>
              <a:spcAft>
                <a:spcPts val="0"/>
              </a:spcAft>
              <a:buSzPts val="900"/>
              <a:buChar char="○"/>
              <a:defRPr sz="900"/>
            </a:lvl5pPr>
            <a:lvl6pPr indent="-285750" lvl="5" marL="2743200">
              <a:lnSpc>
                <a:spcPct val="115000"/>
              </a:lnSpc>
              <a:spcBef>
                <a:spcPts val="800"/>
              </a:spcBef>
              <a:spcAft>
                <a:spcPts val="0"/>
              </a:spcAft>
              <a:buSzPts val="900"/>
              <a:buChar char="■"/>
              <a:defRPr sz="900"/>
            </a:lvl6pPr>
            <a:lvl7pPr indent="-285750" lvl="6" marL="3200400">
              <a:lnSpc>
                <a:spcPct val="115000"/>
              </a:lnSpc>
              <a:spcBef>
                <a:spcPts val="800"/>
              </a:spcBef>
              <a:spcAft>
                <a:spcPts val="0"/>
              </a:spcAft>
              <a:buSzPts val="900"/>
              <a:buChar char="●"/>
              <a:defRPr sz="900"/>
            </a:lvl7pPr>
            <a:lvl8pPr indent="-285750" lvl="7" marL="3657600">
              <a:lnSpc>
                <a:spcPct val="115000"/>
              </a:lnSpc>
              <a:spcBef>
                <a:spcPts val="800"/>
              </a:spcBef>
              <a:spcAft>
                <a:spcPts val="0"/>
              </a:spcAft>
              <a:buSzPts val="900"/>
              <a:buChar char="○"/>
              <a:defRPr sz="900"/>
            </a:lvl8pPr>
            <a:lvl9pPr indent="-285750" lvl="8" marL="4114800">
              <a:lnSpc>
                <a:spcPct val="115000"/>
              </a:lnSpc>
              <a:spcBef>
                <a:spcPts val="800"/>
              </a:spcBef>
              <a:spcAft>
                <a:spcPts val="800"/>
              </a:spcAft>
              <a:buSzPts val="900"/>
              <a:buChar char="■"/>
              <a:defRPr sz="900"/>
            </a:lvl9pPr>
          </a:lstStyle>
          <a:p/>
        </p:txBody>
      </p:sp>
      <p:sp>
        <p:nvSpPr>
          <p:cNvPr id="238" name="Google Shape;238;p31"/>
          <p:cNvSpPr txBox="1"/>
          <p:nvPr>
            <p:ph idx="7" type="subTitle"/>
          </p:nvPr>
        </p:nvSpPr>
        <p:spPr>
          <a:xfrm>
            <a:off x="21481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39" name="Google Shape;239;p31"/>
          <p:cNvSpPr txBox="1"/>
          <p:nvPr>
            <p:ph idx="8" type="body"/>
          </p:nvPr>
        </p:nvSpPr>
        <p:spPr>
          <a:xfrm>
            <a:off x="21481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240" name="Google Shape;240;p31"/>
          <p:cNvSpPr txBox="1"/>
          <p:nvPr>
            <p:ph idx="9" type="subTitle"/>
          </p:nvPr>
        </p:nvSpPr>
        <p:spPr>
          <a:xfrm>
            <a:off x="40188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1" name="Google Shape;241;p31"/>
          <p:cNvSpPr txBox="1"/>
          <p:nvPr>
            <p:ph idx="13" type="body"/>
          </p:nvPr>
        </p:nvSpPr>
        <p:spPr>
          <a:xfrm>
            <a:off x="40188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242" name="Google Shape;242;p31"/>
          <p:cNvSpPr txBox="1"/>
          <p:nvPr>
            <p:ph idx="14" type="subTitle"/>
          </p:nvPr>
        </p:nvSpPr>
        <p:spPr>
          <a:xfrm>
            <a:off x="58536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3" name="Google Shape;243;p31"/>
          <p:cNvSpPr txBox="1"/>
          <p:nvPr>
            <p:ph idx="15" type="body"/>
          </p:nvPr>
        </p:nvSpPr>
        <p:spPr>
          <a:xfrm>
            <a:off x="58536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244" name="Google Shape;244;p31"/>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45" name="Google Shape;245;p31"/>
          <p:cNvSpPr txBox="1"/>
          <p:nvPr>
            <p:ph idx="16"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6" name="Google Shape;246;p31"/>
          <p:cNvSpPr txBox="1"/>
          <p:nvPr>
            <p:ph idx="17"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7" name="Google Shape;247;p3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BLANK_1_1_1_1_1_1_1_1_1_1_1_1_1_1_1_1">
    <p:bg>
      <p:bgPr>
        <a:solidFill>
          <a:schemeClr val="accent5"/>
        </a:solidFill>
      </p:bgPr>
    </p:bg>
    <p:spTree>
      <p:nvGrpSpPr>
        <p:cNvPr id="248" name="Shape 248"/>
        <p:cNvGrpSpPr/>
        <p:nvPr/>
      </p:nvGrpSpPr>
      <p:grpSpPr>
        <a:xfrm>
          <a:off x="0" y="0"/>
          <a:ext cx="0" cy="0"/>
          <a:chOff x="0" y="0"/>
          <a:chExt cx="0" cy="0"/>
        </a:xfrm>
      </p:grpSpPr>
      <p:sp>
        <p:nvSpPr>
          <p:cNvPr id="249" name="Google Shape;249;p32"/>
          <p:cNvSpPr/>
          <p:nvPr>
            <p:ph idx="2" type="pic"/>
          </p:nvPr>
        </p:nvSpPr>
        <p:spPr>
          <a:xfrm>
            <a:off x="392100" y="411300"/>
            <a:ext cx="4915800" cy="4333200"/>
          </a:xfrm>
          <a:prstGeom prst="roundRect">
            <a:avLst>
              <a:gd fmla="val 11160" name="adj"/>
            </a:avLst>
          </a:prstGeom>
          <a:noFill/>
          <a:ln>
            <a:noFill/>
          </a:ln>
        </p:spPr>
      </p:sp>
      <p:sp>
        <p:nvSpPr>
          <p:cNvPr id="250" name="Google Shape;250;p32"/>
          <p:cNvSpPr txBox="1"/>
          <p:nvPr>
            <p:ph type="title"/>
          </p:nvPr>
        </p:nvSpPr>
        <p:spPr>
          <a:xfrm>
            <a:off x="60451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51" name="Google Shape;251;p32"/>
          <p:cNvSpPr txBox="1"/>
          <p:nvPr>
            <p:ph idx="3" type="title"/>
          </p:nvPr>
        </p:nvSpPr>
        <p:spPr>
          <a:xfrm>
            <a:off x="60451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52" name="Google Shape;252;p32"/>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53" name="Google Shape;253;p3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extLst>
    <p:ext uri="{DCECCB84-F9BA-43D5-87BE-67443E8EF086}">
      <p15:sldGuideLst>
        <p15:guide id="1" pos="2653">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characteristics">
  <p:cSld name="CUSTOM_19_2">
    <p:bg>
      <p:bgPr>
        <a:solidFill>
          <a:schemeClr val="accent5"/>
        </a:solidFill>
      </p:bgPr>
    </p:bg>
    <p:spTree>
      <p:nvGrpSpPr>
        <p:cNvPr id="254" name="Shape 254"/>
        <p:cNvGrpSpPr/>
        <p:nvPr/>
      </p:nvGrpSpPr>
      <p:grpSpPr>
        <a:xfrm>
          <a:off x="0" y="0"/>
          <a:ext cx="0" cy="0"/>
          <a:chOff x="0" y="0"/>
          <a:chExt cx="0" cy="0"/>
        </a:xfrm>
      </p:grpSpPr>
      <p:sp>
        <p:nvSpPr>
          <p:cNvPr id="255" name="Google Shape;255;p33"/>
          <p:cNvSpPr/>
          <p:nvPr/>
        </p:nvSpPr>
        <p:spPr>
          <a:xfrm>
            <a:off x="6766675" y="282250"/>
            <a:ext cx="2099700" cy="3008100"/>
          </a:xfrm>
          <a:prstGeom prst="roundRect">
            <a:avLst>
              <a:gd fmla="val 11954"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56" name="Google Shape;256;p33"/>
          <p:cNvSpPr/>
          <p:nvPr/>
        </p:nvSpPr>
        <p:spPr>
          <a:xfrm>
            <a:off x="277425" y="3414025"/>
            <a:ext cx="3513600" cy="1447800"/>
          </a:xfrm>
          <a:prstGeom prst="roundRect">
            <a:avLst>
              <a:gd fmla="val 156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57" name="Google Shape;257;p33"/>
          <p:cNvSpPr/>
          <p:nvPr/>
        </p:nvSpPr>
        <p:spPr>
          <a:xfrm>
            <a:off x="5298000" y="1843500"/>
            <a:ext cx="1350600" cy="1447800"/>
          </a:xfrm>
          <a:prstGeom prst="roundRect">
            <a:avLst>
              <a:gd fmla="val 20704"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None/>
            </a:pPr>
            <a:r>
              <a:t/>
            </a:r>
            <a:endParaRPr sz="1700">
              <a:solidFill>
                <a:schemeClr val="lt2"/>
              </a:solidFill>
              <a:latin typeface="Arimo"/>
              <a:ea typeface="Arimo"/>
              <a:cs typeface="Arimo"/>
              <a:sym typeface="Arimo"/>
            </a:endParaRPr>
          </a:p>
        </p:txBody>
      </p:sp>
      <p:sp>
        <p:nvSpPr>
          <p:cNvPr id="258" name="Google Shape;258;p33"/>
          <p:cNvSpPr/>
          <p:nvPr/>
        </p:nvSpPr>
        <p:spPr>
          <a:xfrm rot="-5400000">
            <a:off x="5577475" y="2049100"/>
            <a:ext cx="566700" cy="867300"/>
          </a:xfrm>
          <a:prstGeom prst="round2SameRect">
            <a:avLst>
              <a:gd fmla="val 49749"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259" name="Google Shape;259;p33"/>
          <p:cNvSpPr/>
          <p:nvPr/>
        </p:nvSpPr>
        <p:spPr>
          <a:xfrm>
            <a:off x="5426850" y="2194075"/>
            <a:ext cx="1092900" cy="5736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solidFill>
                <a:schemeClr val="lt2"/>
              </a:solidFill>
              <a:latin typeface="Arimo"/>
              <a:ea typeface="Arimo"/>
              <a:cs typeface="Arimo"/>
              <a:sym typeface="Arimo"/>
            </a:endParaRPr>
          </a:p>
        </p:txBody>
      </p:sp>
      <p:sp>
        <p:nvSpPr>
          <p:cNvPr id="260" name="Google Shape;260;p33"/>
          <p:cNvSpPr/>
          <p:nvPr>
            <p:ph idx="2" type="pic"/>
          </p:nvPr>
        </p:nvSpPr>
        <p:spPr>
          <a:xfrm>
            <a:off x="3910200" y="3408075"/>
            <a:ext cx="3486300" cy="1447800"/>
          </a:xfrm>
          <a:prstGeom prst="roundRect">
            <a:avLst>
              <a:gd fmla="val 16397" name="adj"/>
            </a:avLst>
          </a:prstGeom>
          <a:noFill/>
          <a:ln>
            <a:noFill/>
          </a:ln>
        </p:spPr>
      </p:sp>
      <p:sp>
        <p:nvSpPr>
          <p:cNvPr id="261" name="Google Shape;261;p33"/>
          <p:cNvSpPr/>
          <p:nvPr>
            <p:ph idx="3" type="pic"/>
          </p:nvPr>
        </p:nvSpPr>
        <p:spPr>
          <a:xfrm>
            <a:off x="277500" y="277500"/>
            <a:ext cx="2765700" cy="3013800"/>
          </a:xfrm>
          <a:prstGeom prst="roundRect">
            <a:avLst>
              <a:gd fmla="val 8721" name="adj"/>
            </a:avLst>
          </a:prstGeom>
          <a:noFill/>
          <a:ln>
            <a:noFill/>
          </a:ln>
        </p:spPr>
      </p:sp>
      <p:sp>
        <p:nvSpPr>
          <p:cNvPr id="262" name="Google Shape;262;p33"/>
          <p:cNvSpPr/>
          <p:nvPr>
            <p:ph idx="4" type="pic"/>
          </p:nvPr>
        </p:nvSpPr>
        <p:spPr>
          <a:xfrm>
            <a:off x="3161225" y="277500"/>
            <a:ext cx="1350600" cy="1447800"/>
          </a:xfrm>
          <a:prstGeom prst="roundRect">
            <a:avLst>
              <a:gd fmla="val 15267" name="adj"/>
            </a:avLst>
          </a:prstGeom>
          <a:noFill/>
          <a:ln>
            <a:noFill/>
          </a:ln>
        </p:spPr>
      </p:sp>
      <p:sp>
        <p:nvSpPr>
          <p:cNvPr id="263" name="Google Shape;263;p33"/>
          <p:cNvSpPr/>
          <p:nvPr>
            <p:ph idx="5" type="pic"/>
          </p:nvPr>
        </p:nvSpPr>
        <p:spPr>
          <a:xfrm>
            <a:off x="6883575" y="399550"/>
            <a:ext cx="1866000" cy="2775000"/>
          </a:xfrm>
          <a:prstGeom prst="roundRect">
            <a:avLst>
              <a:gd fmla="val 9097" name="adj"/>
            </a:avLst>
          </a:prstGeom>
          <a:noFill/>
          <a:ln>
            <a:noFill/>
          </a:ln>
        </p:spPr>
      </p:sp>
      <p:sp>
        <p:nvSpPr>
          <p:cNvPr id="264" name="Google Shape;264;p33"/>
          <p:cNvSpPr/>
          <p:nvPr>
            <p:ph idx="6" type="pic"/>
          </p:nvPr>
        </p:nvSpPr>
        <p:spPr>
          <a:xfrm>
            <a:off x="7516025" y="3407700"/>
            <a:ext cx="1350600" cy="1447800"/>
          </a:xfrm>
          <a:prstGeom prst="roundRect">
            <a:avLst>
              <a:gd fmla="val 16397" name="adj"/>
            </a:avLst>
          </a:prstGeom>
          <a:noFill/>
          <a:ln>
            <a:noFill/>
          </a:ln>
        </p:spPr>
      </p:sp>
      <p:sp>
        <p:nvSpPr>
          <p:cNvPr id="265" name="Google Shape;265;p33"/>
          <p:cNvSpPr/>
          <p:nvPr>
            <p:ph idx="7" type="pic"/>
          </p:nvPr>
        </p:nvSpPr>
        <p:spPr>
          <a:xfrm>
            <a:off x="394425" y="3528475"/>
            <a:ext cx="3279600" cy="1218900"/>
          </a:xfrm>
          <a:prstGeom prst="roundRect">
            <a:avLst>
              <a:gd fmla="val 11412" name="adj"/>
            </a:avLst>
          </a:prstGeom>
          <a:noFill/>
          <a:ln>
            <a:noFill/>
          </a:ln>
        </p:spPr>
      </p:sp>
      <p:sp>
        <p:nvSpPr>
          <p:cNvPr id="266" name="Google Shape;266;p33"/>
          <p:cNvSpPr/>
          <p:nvPr/>
        </p:nvSpPr>
        <p:spPr>
          <a:xfrm>
            <a:off x="3161225" y="1842600"/>
            <a:ext cx="2018700" cy="14478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67" name="Google Shape;267;p33"/>
          <p:cNvSpPr/>
          <p:nvPr/>
        </p:nvSpPr>
        <p:spPr>
          <a:xfrm>
            <a:off x="4629850" y="279301"/>
            <a:ext cx="2018700" cy="14478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cxnSp>
        <p:nvCxnSpPr>
          <p:cNvPr id="268" name="Google Shape;268;p33"/>
          <p:cNvCxnSpPr>
            <a:stCxn id="266" idx="1"/>
            <a:endCxn id="266" idx="3"/>
          </p:cNvCxnSpPr>
          <p:nvPr/>
        </p:nvCxnSpPr>
        <p:spPr>
          <a:xfrm>
            <a:off x="3161225" y="2566500"/>
            <a:ext cx="2018700" cy="0"/>
          </a:xfrm>
          <a:prstGeom prst="straightConnector1">
            <a:avLst/>
          </a:prstGeom>
          <a:noFill/>
          <a:ln cap="flat" cmpd="sng" w="9525">
            <a:solidFill>
              <a:schemeClr val="accent3"/>
            </a:solidFill>
            <a:prstDash val="solid"/>
            <a:round/>
            <a:headEnd len="med" w="med" type="none"/>
            <a:tailEnd len="med" w="med" type="none"/>
          </a:ln>
        </p:spPr>
      </p:cxnSp>
      <p:sp>
        <p:nvSpPr>
          <p:cNvPr id="269" name="Google Shape;269;p33"/>
          <p:cNvSpPr txBox="1"/>
          <p:nvPr>
            <p:ph idx="1" type="subTitle"/>
          </p:nvPr>
        </p:nvSpPr>
        <p:spPr>
          <a:xfrm>
            <a:off x="394425" y="4055150"/>
            <a:ext cx="3279600" cy="573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a:solidFill>
                  <a:schemeClr val="lt1"/>
                </a:solidFill>
                <a:latin typeface="Arimo"/>
                <a:ea typeface="Arimo"/>
                <a:cs typeface="Arimo"/>
                <a:sym typeface="Arimo"/>
              </a:defRPr>
            </a:lvl1pPr>
            <a:lvl2pPr lvl="1">
              <a:lnSpc>
                <a:spcPct val="90000"/>
              </a:lnSpc>
              <a:spcBef>
                <a:spcPts val="0"/>
              </a:spcBef>
              <a:spcAft>
                <a:spcPts val="0"/>
              </a:spcAft>
              <a:buNone/>
              <a:defRPr sz="1500">
                <a:solidFill>
                  <a:schemeClr val="lt1"/>
                </a:solidFill>
                <a:latin typeface="Arimo"/>
                <a:ea typeface="Arimo"/>
                <a:cs typeface="Arimo"/>
                <a:sym typeface="Arimo"/>
              </a:defRPr>
            </a:lvl2pPr>
            <a:lvl3pPr lvl="2">
              <a:lnSpc>
                <a:spcPct val="90000"/>
              </a:lnSpc>
              <a:spcBef>
                <a:spcPts val="0"/>
              </a:spcBef>
              <a:spcAft>
                <a:spcPts val="0"/>
              </a:spcAft>
              <a:buNone/>
              <a:defRPr sz="1500">
                <a:solidFill>
                  <a:schemeClr val="lt1"/>
                </a:solidFill>
                <a:latin typeface="Arimo"/>
                <a:ea typeface="Arimo"/>
                <a:cs typeface="Arimo"/>
                <a:sym typeface="Arimo"/>
              </a:defRPr>
            </a:lvl3pPr>
            <a:lvl4pPr lvl="3">
              <a:lnSpc>
                <a:spcPct val="90000"/>
              </a:lnSpc>
              <a:spcBef>
                <a:spcPts val="0"/>
              </a:spcBef>
              <a:spcAft>
                <a:spcPts val="0"/>
              </a:spcAft>
              <a:buNone/>
              <a:defRPr sz="1500">
                <a:solidFill>
                  <a:schemeClr val="lt1"/>
                </a:solidFill>
                <a:latin typeface="Arimo"/>
                <a:ea typeface="Arimo"/>
                <a:cs typeface="Arimo"/>
                <a:sym typeface="Arimo"/>
              </a:defRPr>
            </a:lvl4pPr>
            <a:lvl5pPr lvl="4">
              <a:lnSpc>
                <a:spcPct val="90000"/>
              </a:lnSpc>
              <a:spcBef>
                <a:spcPts val="0"/>
              </a:spcBef>
              <a:spcAft>
                <a:spcPts val="0"/>
              </a:spcAft>
              <a:buNone/>
              <a:defRPr sz="1500">
                <a:solidFill>
                  <a:schemeClr val="lt1"/>
                </a:solidFill>
                <a:latin typeface="Arimo"/>
                <a:ea typeface="Arimo"/>
                <a:cs typeface="Arimo"/>
                <a:sym typeface="Arimo"/>
              </a:defRPr>
            </a:lvl5pPr>
            <a:lvl6pPr lvl="5">
              <a:lnSpc>
                <a:spcPct val="90000"/>
              </a:lnSpc>
              <a:spcBef>
                <a:spcPts val="0"/>
              </a:spcBef>
              <a:spcAft>
                <a:spcPts val="0"/>
              </a:spcAft>
              <a:buNone/>
              <a:defRPr sz="1500">
                <a:solidFill>
                  <a:schemeClr val="lt1"/>
                </a:solidFill>
                <a:latin typeface="Arimo"/>
                <a:ea typeface="Arimo"/>
                <a:cs typeface="Arimo"/>
                <a:sym typeface="Arimo"/>
              </a:defRPr>
            </a:lvl6pPr>
            <a:lvl7pPr lvl="6">
              <a:lnSpc>
                <a:spcPct val="90000"/>
              </a:lnSpc>
              <a:spcBef>
                <a:spcPts val="0"/>
              </a:spcBef>
              <a:spcAft>
                <a:spcPts val="0"/>
              </a:spcAft>
              <a:buNone/>
              <a:defRPr sz="1500">
                <a:solidFill>
                  <a:schemeClr val="lt1"/>
                </a:solidFill>
                <a:latin typeface="Arimo"/>
                <a:ea typeface="Arimo"/>
                <a:cs typeface="Arimo"/>
                <a:sym typeface="Arimo"/>
              </a:defRPr>
            </a:lvl7pPr>
            <a:lvl8pPr lvl="7">
              <a:lnSpc>
                <a:spcPct val="90000"/>
              </a:lnSpc>
              <a:spcBef>
                <a:spcPts val="0"/>
              </a:spcBef>
              <a:spcAft>
                <a:spcPts val="0"/>
              </a:spcAft>
              <a:buNone/>
              <a:defRPr sz="1500">
                <a:solidFill>
                  <a:schemeClr val="lt1"/>
                </a:solidFill>
                <a:latin typeface="Arimo"/>
                <a:ea typeface="Arimo"/>
                <a:cs typeface="Arimo"/>
                <a:sym typeface="Arimo"/>
              </a:defRPr>
            </a:lvl8pPr>
            <a:lvl9pPr lvl="8">
              <a:lnSpc>
                <a:spcPct val="90000"/>
              </a:lnSpc>
              <a:spcBef>
                <a:spcPts val="0"/>
              </a:spcBef>
              <a:spcAft>
                <a:spcPts val="0"/>
              </a:spcAft>
              <a:buNone/>
              <a:defRPr sz="1500">
                <a:solidFill>
                  <a:schemeClr val="lt1"/>
                </a:solidFill>
                <a:latin typeface="Arimo"/>
                <a:ea typeface="Arimo"/>
                <a:cs typeface="Arimo"/>
                <a:sym typeface="Arimo"/>
              </a:defRPr>
            </a:lvl9pPr>
          </a:lstStyle>
          <a:p/>
        </p:txBody>
      </p:sp>
      <p:sp>
        <p:nvSpPr>
          <p:cNvPr id="270" name="Google Shape;270;p33"/>
          <p:cNvSpPr txBox="1"/>
          <p:nvPr>
            <p:ph idx="8" type="subTitle"/>
          </p:nvPr>
        </p:nvSpPr>
        <p:spPr>
          <a:xfrm>
            <a:off x="6883575" y="605875"/>
            <a:ext cx="1866000" cy="573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a:solidFill>
                  <a:schemeClr val="lt2"/>
                </a:solidFill>
                <a:latin typeface="Arimo"/>
                <a:ea typeface="Arimo"/>
                <a:cs typeface="Arimo"/>
                <a:sym typeface="Arimo"/>
              </a:defRPr>
            </a:lvl1pPr>
            <a:lvl2pPr lvl="1">
              <a:lnSpc>
                <a:spcPct val="90000"/>
              </a:lnSpc>
              <a:spcBef>
                <a:spcPts val="0"/>
              </a:spcBef>
              <a:spcAft>
                <a:spcPts val="0"/>
              </a:spcAft>
              <a:buNone/>
              <a:defRPr sz="1500">
                <a:solidFill>
                  <a:schemeClr val="lt2"/>
                </a:solidFill>
                <a:latin typeface="Arimo"/>
                <a:ea typeface="Arimo"/>
                <a:cs typeface="Arimo"/>
                <a:sym typeface="Arimo"/>
              </a:defRPr>
            </a:lvl2pPr>
            <a:lvl3pPr lvl="2">
              <a:lnSpc>
                <a:spcPct val="90000"/>
              </a:lnSpc>
              <a:spcBef>
                <a:spcPts val="0"/>
              </a:spcBef>
              <a:spcAft>
                <a:spcPts val="0"/>
              </a:spcAft>
              <a:buNone/>
              <a:defRPr sz="1500">
                <a:solidFill>
                  <a:schemeClr val="lt2"/>
                </a:solidFill>
                <a:latin typeface="Arimo"/>
                <a:ea typeface="Arimo"/>
                <a:cs typeface="Arimo"/>
                <a:sym typeface="Arimo"/>
              </a:defRPr>
            </a:lvl3pPr>
            <a:lvl4pPr lvl="3">
              <a:lnSpc>
                <a:spcPct val="90000"/>
              </a:lnSpc>
              <a:spcBef>
                <a:spcPts val="0"/>
              </a:spcBef>
              <a:spcAft>
                <a:spcPts val="0"/>
              </a:spcAft>
              <a:buNone/>
              <a:defRPr sz="1500">
                <a:solidFill>
                  <a:schemeClr val="lt2"/>
                </a:solidFill>
                <a:latin typeface="Arimo"/>
                <a:ea typeface="Arimo"/>
                <a:cs typeface="Arimo"/>
                <a:sym typeface="Arimo"/>
              </a:defRPr>
            </a:lvl4pPr>
            <a:lvl5pPr lvl="4">
              <a:lnSpc>
                <a:spcPct val="90000"/>
              </a:lnSpc>
              <a:spcBef>
                <a:spcPts val="0"/>
              </a:spcBef>
              <a:spcAft>
                <a:spcPts val="0"/>
              </a:spcAft>
              <a:buNone/>
              <a:defRPr sz="1500">
                <a:solidFill>
                  <a:schemeClr val="lt2"/>
                </a:solidFill>
                <a:latin typeface="Arimo"/>
                <a:ea typeface="Arimo"/>
                <a:cs typeface="Arimo"/>
                <a:sym typeface="Arimo"/>
              </a:defRPr>
            </a:lvl5pPr>
            <a:lvl6pPr lvl="5">
              <a:lnSpc>
                <a:spcPct val="90000"/>
              </a:lnSpc>
              <a:spcBef>
                <a:spcPts val="0"/>
              </a:spcBef>
              <a:spcAft>
                <a:spcPts val="0"/>
              </a:spcAft>
              <a:buNone/>
              <a:defRPr sz="1500">
                <a:solidFill>
                  <a:schemeClr val="lt2"/>
                </a:solidFill>
                <a:latin typeface="Arimo"/>
                <a:ea typeface="Arimo"/>
                <a:cs typeface="Arimo"/>
                <a:sym typeface="Arimo"/>
              </a:defRPr>
            </a:lvl6pPr>
            <a:lvl7pPr lvl="6">
              <a:lnSpc>
                <a:spcPct val="90000"/>
              </a:lnSpc>
              <a:spcBef>
                <a:spcPts val="0"/>
              </a:spcBef>
              <a:spcAft>
                <a:spcPts val="0"/>
              </a:spcAft>
              <a:buNone/>
              <a:defRPr sz="1500">
                <a:solidFill>
                  <a:schemeClr val="lt2"/>
                </a:solidFill>
                <a:latin typeface="Arimo"/>
                <a:ea typeface="Arimo"/>
                <a:cs typeface="Arimo"/>
                <a:sym typeface="Arimo"/>
              </a:defRPr>
            </a:lvl7pPr>
            <a:lvl8pPr lvl="7">
              <a:lnSpc>
                <a:spcPct val="90000"/>
              </a:lnSpc>
              <a:spcBef>
                <a:spcPts val="0"/>
              </a:spcBef>
              <a:spcAft>
                <a:spcPts val="0"/>
              </a:spcAft>
              <a:buNone/>
              <a:defRPr sz="1500">
                <a:solidFill>
                  <a:schemeClr val="lt2"/>
                </a:solidFill>
                <a:latin typeface="Arimo"/>
                <a:ea typeface="Arimo"/>
                <a:cs typeface="Arimo"/>
                <a:sym typeface="Arimo"/>
              </a:defRPr>
            </a:lvl8pPr>
            <a:lvl9pPr lvl="8">
              <a:lnSpc>
                <a:spcPct val="90000"/>
              </a:lnSpc>
              <a:spcBef>
                <a:spcPts val="0"/>
              </a:spcBef>
              <a:spcAft>
                <a:spcPts val="0"/>
              </a:spcAft>
              <a:buNone/>
              <a:defRPr sz="1500">
                <a:solidFill>
                  <a:schemeClr val="lt2"/>
                </a:solidFill>
                <a:latin typeface="Arimo"/>
                <a:ea typeface="Arimo"/>
                <a:cs typeface="Arimo"/>
                <a:sym typeface="Arimo"/>
              </a:defRPr>
            </a:lvl9pPr>
          </a:lstStyle>
          <a:p/>
        </p:txBody>
      </p:sp>
      <p:sp>
        <p:nvSpPr>
          <p:cNvPr id="271" name="Google Shape;271;p33"/>
          <p:cNvSpPr txBox="1"/>
          <p:nvPr>
            <p:ph idx="9" type="subTitle"/>
          </p:nvPr>
        </p:nvSpPr>
        <p:spPr>
          <a:xfrm>
            <a:off x="3910200" y="3779175"/>
            <a:ext cx="3486300" cy="705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24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72" name="Google Shape;272;p33"/>
          <p:cNvSpPr txBox="1"/>
          <p:nvPr>
            <p:ph idx="13" type="subTitle"/>
          </p:nvPr>
        </p:nvSpPr>
        <p:spPr>
          <a:xfrm>
            <a:off x="291075" y="2571750"/>
            <a:ext cx="2765700" cy="705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2400">
                <a:solidFill>
                  <a:schemeClr val="lt1"/>
                </a:solidFill>
                <a:latin typeface="Arimo"/>
                <a:ea typeface="Arimo"/>
                <a:cs typeface="Arimo"/>
                <a:sym typeface="Arimo"/>
              </a:defRPr>
            </a:lvl1pPr>
            <a:lvl2pPr lvl="1">
              <a:lnSpc>
                <a:spcPct val="90000"/>
              </a:lnSpc>
              <a:spcBef>
                <a:spcPts val="0"/>
              </a:spcBef>
              <a:spcAft>
                <a:spcPts val="0"/>
              </a:spcAft>
              <a:buNone/>
              <a:defRPr sz="2500">
                <a:solidFill>
                  <a:schemeClr val="lt1"/>
                </a:solidFill>
                <a:latin typeface="Arimo"/>
                <a:ea typeface="Arimo"/>
                <a:cs typeface="Arimo"/>
                <a:sym typeface="Arimo"/>
              </a:defRPr>
            </a:lvl2pPr>
            <a:lvl3pPr lvl="2">
              <a:lnSpc>
                <a:spcPct val="90000"/>
              </a:lnSpc>
              <a:spcBef>
                <a:spcPts val="0"/>
              </a:spcBef>
              <a:spcAft>
                <a:spcPts val="0"/>
              </a:spcAft>
              <a:buNone/>
              <a:defRPr sz="2500">
                <a:solidFill>
                  <a:schemeClr val="lt1"/>
                </a:solidFill>
                <a:latin typeface="Arimo"/>
                <a:ea typeface="Arimo"/>
                <a:cs typeface="Arimo"/>
                <a:sym typeface="Arimo"/>
              </a:defRPr>
            </a:lvl3pPr>
            <a:lvl4pPr lvl="3">
              <a:lnSpc>
                <a:spcPct val="90000"/>
              </a:lnSpc>
              <a:spcBef>
                <a:spcPts val="0"/>
              </a:spcBef>
              <a:spcAft>
                <a:spcPts val="0"/>
              </a:spcAft>
              <a:buNone/>
              <a:defRPr sz="2500">
                <a:solidFill>
                  <a:schemeClr val="lt1"/>
                </a:solidFill>
                <a:latin typeface="Arimo"/>
                <a:ea typeface="Arimo"/>
                <a:cs typeface="Arimo"/>
                <a:sym typeface="Arimo"/>
              </a:defRPr>
            </a:lvl4pPr>
            <a:lvl5pPr lvl="4">
              <a:lnSpc>
                <a:spcPct val="90000"/>
              </a:lnSpc>
              <a:spcBef>
                <a:spcPts val="0"/>
              </a:spcBef>
              <a:spcAft>
                <a:spcPts val="0"/>
              </a:spcAft>
              <a:buNone/>
              <a:defRPr sz="2500">
                <a:solidFill>
                  <a:schemeClr val="lt1"/>
                </a:solidFill>
                <a:latin typeface="Arimo"/>
                <a:ea typeface="Arimo"/>
                <a:cs typeface="Arimo"/>
                <a:sym typeface="Arimo"/>
              </a:defRPr>
            </a:lvl5pPr>
            <a:lvl6pPr lvl="5">
              <a:lnSpc>
                <a:spcPct val="90000"/>
              </a:lnSpc>
              <a:spcBef>
                <a:spcPts val="0"/>
              </a:spcBef>
              <a:spcAft>
                <a:spcPts val="0"/>
              </a:spcAft>
              <a:buNone/>
              <a:defRPr sz="2500">
                <a:solidFill>
                  <a:schemeClr val="lt1"/>
                </a:solidFill>
                <a:latin typeface="Arimo"/>
                <a:ea typeface="Arimo"/>
                <a:cs typeface="Arimo"/>
                <a:sym typeface="Arimo"/>
              </a:defRPr>
            </a:lvl6pPr>
            <a:lvl7pPr lvl="6">
              <a:lnSpc>
                <a:spcPct val="90000"/>
              </a:lnSpc>
              <a:spcBef>
                <a:spcPts val="0"/>
              </a:spcBef>
              <a:spcAft>
                <a:spcPts val="0"/>
              </a:spcAft>
              <a:buNone/>
              <a:defRPr sz="2500">
                <a:solidFill>
                  <a:schemeClr val="lt1"/>
                </a:solidFill>
                <a:latin typeface="Arimo"/>
                <a:ea typeface="Arimo"/>
                <a:cs typeface="Arimo"/>
                <a:sym typeface="Arimo"/>
              </a:defRPr>
            </a:lvl7pPr>
            <a:lvl8pPr lvl="7">
              <a:lnSpc>
                <a:spcPct val="90000"/>
              </a:lnSpc>
              <a:spcBef>
                <a:spcPts val="0"/>
              </a:spcBef>
              <a:spcAft>
                <a:spcPts val="0"/>
              </a:spcAft>
              <a:buNone/>
              <a:defRPr sz="2500">
                <a:solidFill>
                  <a:schemeClr val="lt1"/>
                </a:solidFill>
                <a:latin typeface="Arimo"/>
                <a:ea typeface="Arimo"/>
                <a:cs typeface="Arimo"/>
                <a:sym typeface="Arimo"/>
              </a:defRPr>
            </a:lvl8pPr>
            <a:lvl9pPr lvl="8">
              <a:lnSpc>
                <a:spcPct val="90000"/>
              </a:lnSpc>
              <a:spcBef>
                <a:spcPts val="0"/>
              </a:spcBef>
              <a:spcAft>
                <a:spcPts val="0"/>
              </a:spcAft>
              <a:buNone/>
              <a:defRPr sz="2500">
                <a:solidFill>
                  <a:schemeClr val="lt1"/>
                </a:solidFill>
                <a:latin typeface="Arimo"/>
                <a:ea typeface="Arimo"/>
                <a:cs typeface="Arimo"/>
                <a:sym typeface="Arimo"/>
              </a:defRPr>
            </a:lvl9pPr>
          </a:lstStyle>
          <a:p/>
        </p:txBody>
      </p:sp>
      <p:sp>
        <p:nvSpPr>
          <p:cNvPr id="273" name="Google Shape;273;p33"/>
          <p:cNvSpPr txBox="1"/>
          <p:nvPr>
            <p:ph idx="14" type="subTitle"/>
          </p:nvPr>
        </p:nvSpPr>
        <p:spPr>
          <a:xfrm>
            <a:off x="4629850" y="694401"/>
            <a:ext cx="2018700" cy="5667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1800">
                <a:latin typeface="Arimo"/>
                <a:ea typeface="Arimo"/>
                <a:cs typeface="Arimo"/>
                <a:sym typeface="Arimo"/>
              </a:defRPr>
            </a:lvl1pPr>
            <a:lvl2pPr lvl="1" algn="ctr">
              <a:lnSpc>
                <a:spcPct val="90000"/>
              </a:lnSpc>
              <a:spcBef>
                <a:spcPts val="0"/>
              </a:spcBef>
              <a:spcAft>
                <a:spcPts val="0"/>
              </a:spcAft>
              <a:buNone/>
              <a:defRPr sz="2500">
                <a:latin typeface="Arimo"/>
                <a:ea typeface="Arimo"/>
                <a:cs typeface="Arimo"/>
                <a:sym typeface="Arimo"/>
              </a:defRPr>
            </a:lvl2pPr>
            <a:lvl3pPr lvl="2" algn="ctr">
              <a:lnSpc>
                <a:spcPct val="90000"/>
              </a:lnSpc>
              <a:spcBef>
                <a:spcPts val="0"/>
              </a:spcBef>
              <a:spcAft>
                <a:spcPts val="0"/>
              </a:spcAft>
              <a:buNone/>
              <a:defRPr sz="2500">
                <a:latin typeface="Arimo"/>
                <a:ea typeface="Arimo"/>
                <a:cs typeface="Arimo"/>
                <a:sym typeface="Arimo"/>
              </a:defRPr>
            </a:lvl3pPr>
            <a:lvl4pPr lvl="3" algn="ctr">
              <a:lnSpc>
                <a:spcPct val="90000"/>
              </a:lnSpc>
              <a:spcBef>
                <a:spcPts val="0"/>
              </a:spcBef>
              <a:spcAft>
                <a:spcPts val="0"/>
              </a:spcAft>
              <a:buNone/>
              <a:defRPr sz="2500">
                <a:latin typeface="Arimo"/>
                <a:ea typeface="Arimo"/>
                <a:cs typeface="Arimo"/>
                <a:sym typeface="Arimo"/>
              </a:defRPr>
            </a:lvl4pPr>
            <a:lvl5pPr lvl="4" algn="ctr">
              <a:lnSpc>
                <a:spcPct val="90000"/>
              </a:lnSpc>
              <a:spcBef>
                <a:spcPts val="0"/>
              </a:spcBef>
              <a:spcAft>
                <a:spcPts val="0"/>
              </a:spcAft>
              <a:buNone/>
              <a:defRPr sz="2500">
                <a:latin typeface="Arimo"/>
                <a:ea typeface="Arimo"/>
                <a:cs typeface="Arimo"/>
                <a:sym typeface="Arimo"/>
              </a:defRPr>
            </a:lvl5pPr>
            <a:lvl6pPr lvl="5" algn="ctr">
              <a:lnSpc>
                <a:spcPct val="90000"/>
              </a:lnSpc>
              <a:spcBef>
                <a:spcPts val="0"/>
              </a:spcBef>
              <a:spcAft>
                <a:spcPts val="0"/>
              </a:spcAft>
              <a:buNone/>
              <a:defRPr sz="2500">
                <a:latin typeface="Arimo"/>
                <a:ea typeface="Arimo"/>
                <a:cs typeface="Arimo"/>
                <a:sym typeface="Arimo"/>
              </a:defRPr>
            </a:lvl6pPr>
            <a:lvl7pPr lvl="6" algn="ctr">
              <a:lnSpc>
                <a:spcPct val="90000"/>
              </a:lnSpc>
              <a:spcBef>
                <a:spcPts val="0"/>
              </a:spcBef>
              <a:spcAft>
                <a:spcPts val="0"/>
              </a:spcAft>
              <a:buNone/>
              <a:defRPr sz="2500">
                <a:latin typeface="Arimo"/>
                <a:ea typeface="Arimo"/>
                <a:cs typeface="Arimo"/>
                <a:sym typeface="Arimo"/>
              </a:defRPr>
            </a:lvl7pPr>
            <a:lvl8pPr lvl="7" algn="ctr">
              <a:lnSpc>
                <a:spcPct val="90000"/>
              </a:lnSpc>
              <a:spcBef>
                <a:spcPts val="0"/>
              </a:spcBef>
              <a:spcAft>
                <a:spcPts val="0"/>
              </a:spcAft>
              <a:buNone/>
              <a:defRPr sz="2500">
                <a:latin typeface="Arimo"/>
                <a:ea typeface="Arimo"/>
                <a:cs typeface="Arimo"/>
                <a:sym typeface="Arimo"/>
              </a:defRPr>
            </a:lvl8pPr>
            <a:lvl9pPr lvl="8" algn="ctr">
              <a:lnSpc>
                <a:spcPct val="90000"/>
              </a:lnSpc>
              <a:spcBef>
                <a:spcPts val="0"/>
              </a:spcBef>
              <a:spcAft>
                <a:spcPts val="0"/>
              </a:spcAft>
              <a:buNone/>
              <a:defRPr sz="2500">
                <a:latin typeface="Arimo"/>
                <a:ea typeface="Arimo"/>
                <a:cs typeface="Arimo"/>
                <a:sym typeface="Arimo"/>
              </a:defRPr>
            </a:lvl9pPr>
          </a:lstStyle>
          <a:p/>
        </p:txBody>
      </p:sp>
      <p:sp>
        <p:nvSpPr>
          <p:cNvPr id="274" name="Google Shape;274;p33"/>
          <p:cNvSpPr txBox="1"/>
          <p:nvPr>
            <p:ph idx="15" type="subTitle"/>
          </p:nvPr>
        </p:nvSpPr>
        <p:spPr>
          <a:xfrm>
            <a:off x="4629900" y="1390480"/>
            <a:ext cx="2018700" cy="224100"/>
          </a:xfrm>
          <a:prstGeom prst="rect">
            <a:avLst/>
          </a:prstGeom>
        </p:spPr>
        <p:txBody>
          <a:bodyPr anchorCtr="0" anchor="b" bIns="0" lIns="91425" spcFirstLastPara="1" rIns="91425" wrap="square" tIns="0">
            <a:noAutofit/>
          </a:bodyPr>
          <a:lstStyle>
            <a:lvl1pPr lvl="0" algn="ctr">
              <a:lnSpc>
                <a:spcPct val="90000"/>
              </a:lnSpc>
              <a:spcBef>
                <a:spcPts val="0"/>
              </a:spcBef>
              <a:spcAft>
                <a:spcPts val="0"/>
              </a:spcAft>
              <a:buNone/>
              <a:defRPr sz="1000" u="sng"/>
            </a:lvl1pPr>
            <a:lvl2pPr lvl="1" algn="ctr">
              <a:lnSpc>
                <a:spcPct val="90000"/>
              </a:lnSpc>
              <a:spcBef>
                <a:spcPts val="0"/>
              </a:spcBef>
              <a:spcAft>
                <a:spcPts val="0"/>
              </a:spcAft>
              <a:buNone/>
              <a:defRPr sz="2700">
                <a:latin typeface="Arimo"/>
                <a:ea typeface="Arimo"/>
                <a:cs typeface="Arimo"/>
                <a:sym typeface="Arimo"/>
              </a:defRPr>
            </a:lvl2pPr>
            <a:lvl3pPr lvl="2" algn="ctr">
              <a:lnSpc>
                <a:spcPct val="90000"/>
              </a:lnSpc>
              <a:spcBef>
                <a:spcPts val="0"/>
              </a:spcBef>
              <a:spcAft>
                <a:spcPts val="0"/>
              </a:spcAft>
              <a:buNone/>
              <a:defRPr sz="2700">
                <a:latin typeface="Arimo"/>
                <a:ea typeface="Arimo"/>
                <a:cs typeface="Arimo"/>
                <a:sym typeface="Arimo"/>
              </a:defRPr>
            </a:lvl3pPr>
            <a:lvl4pPr lvl="3" algn="ctr">
              <a:lnSpc>
                <a:spcPct val="90000"/>
              </a:lnSpc>
              <a:spcBef>
                <a:spcPts val="0"/>
              </a:spcBef>
              <a:spcAft>
                <a:spcPts val="0"/>
              </a:spcAft>
              <a:buNone/>
              <a:defRPr sz="2700">
                <a:latin typeface="Arimo"/>
                <a:ea typeface="Arimo"/>
                <a:cs typeface="Arimo"/>
                <a:sym typeface="Arimo"/>
              </a:defRPr>
            </a:lvl4pPr>
            <a:lvl5pPr lvl="4" algn="ctr">
              <a:lnSpc>
                <a:spcPct val="90000"/>
              </a:lnSpc>
              <a:spcBef>
                <a:spcPts val="0"/>
              </a:spcBef>
              <a:spcAft>
                <a:spcPts val="0"/>
              </a:spcAft>
              <a:buNone/>
              <a:defRPr sz="2700">
                <a:latin typeface="Arimo"/>
                <a:ea typeface="Arimo"/>
                <a:cs typeface="Arimo"/>
                <a:sym typeface="Arimo"/>
              </a:defRPr>
            </a:lvl5pPr>
            <a:lvl6pPr lvl="5" algn="ctr">
              <a:lnSpc>
                <a:spcPct val="90000"/>
              </a:lnSpc>
              <a:spcBef>
                <a:spcPts val="0"/>
              </a:spcBef>
              <a:spcAft>
                <a:spcPts val="0"/>
              </a:spcAft>
              <a:buNone/>
              <a:defRPr sz="2700">
                <a:latin typeface="Arimo"/>
                <a:ea typeface="Arimo"/>
                <a:cs typeface="Arimo"/>
                <a:sym typeface="Arimo"/>
              </a:defRPr>
            </a:lvl6pPr>
            <a:lvl7pPr lvl="6" algn="ctr">
              <a:lnSpc>
                <a:spcPct val="90000"/>
              </a:lnSpc>
              <a:spcBef>
                <a:spcPts val="0"/>
              </a:spcBef>
              <a:spcAft>
                <a:spcPts val="0"/>
              </a:spcAft>
              <a:buNone/>
              <a:defRPr sz="2700">
                <a:latin typeface="Arimo"/>
                <a:ea typeface="Arimo"/>
                <a:cs typeface="Arimo"/>
                <a:sym typeface="Arimo"/>
              </a:defRPr>
            </a:lvl7pPr>
            <a:lvl8pPr lvl="7" algn="ctr">
              <a:lnSpc>
                <a:spcPct val="90000"/>
              </a:lnSpc>
              <a:spcBef>
                <a:spcPts val="0"/>
              </a:spcBef>
              <a:spcAft>
                <a:spcPts val="0"/>
              </a:spcAft>
              <a:buNone/>
              <a:defRPr sz="2700">
                <a:latin typeface="Arimo"/>
                <a:ea typeface="Arimo"/>
                <a:cs typeface="Arimo"/>
                <a:sym typeface="Arimo"/>
              </a:defRPr>
            </a:lvl8pPr>
            <a:lvl9pPr lvl="8" algn="ctr">
              <a:lnSpc>
                <a:spcPct val="90000"/>
              </a:lnSpc>
              <a:spcBef>
                <a:spcPts val="0"/>
              </a:spcBef>
              <a:spcAft>
                <a:spcPts val="0"/>
              </a:spcAft>
              <a:buNone/>
              <a:defRPr sz="2700">
                <a:latin typeface="Arimo"/>
                <a:ea typeface="Arimo"/>
                <a:cs typeface="Arimo"/>
                <a:sym typeface="Arimo"/>
              </a:defRPr>
            </a:lvl9pPr>
          </a:lstStyle>
          <a:p/>
        </p:txBody>
      </p:sp>
      <p:sp>
        <p:nvSpPr>
          <p:cNvPr id="275" name="Google Shape;275;p33"/>
          <p:cNvSpPr txBox="1"/>
          <p:nvPr>
            <p:ph idx="16" type="subTitle"/>
          </p:nvPr>
        </p:nvSpPr>
        <p:spPr>
          <a:xfrm>
            <a:off x="3596775" y="229200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76" name="Google Shape;276;p33"/>
          <p:cNvSpPr txBox="1"/>
          <p:nvPr>
            <p:ph idx="17" type="subTitle"/>
          </p:nvPr>
        </p:nvSpPr>
        <p:spPr>
          <a:xfrm>
            <a:off x="3596775" y="299735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77" name="Google Shape;277;p33"/>
          <p:cNvSpPr txBox="1"/>
          <p:nvPr>
            <p:ph idx="18" type="subTitle"/>
          </p:nvPr>
        </p:nvSpPr>
        <p:spPr>
          <a:xfrm>
            <a:off x="3596675" y="1934500"/>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78" name="Google Shape;278;p33"/>
          <p:cNvSpPr txBox="1"/>
          <p:nvPr>
            <p:ph idx="19" type="subTitle"/>
          </p:nvPr>
        </p:nvSpPr>
        <p:spPr>
          <a:xfrm>
            <a:off x="3596775" y="2618213"/>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79" name="Google Shape;279;p33"/>
          <p:cNvSpPr txBox="1"/>
          <p:nvPr>
            <p:ph idx="20" type="subTitle"/>
          </p:nvPr>
        </p:nvSpPr>
        <p:spPr>
          <a:xfrm>
            <a:off x="5297950" y="2885600"/>
            <a:ext cx="1350600" cy="288900"/>
          </a:xfrm>
          <a:prstGeom prst="rect">
            <a:avLst/>
          </a:prstGeom>
        </p:spPr>
        <p:txBody>
          <a:bodyPr anchorCtr="0" anchor="ctr" bIns="0" lIns="91425" spcFirstLastPara="1" rIns="91425" wrap="square" tIns="0">
            <a:noAutofit/>
          </a:bodyPr>
          <a:lstStyle>
            <a:lvl1pPr lvl="0" algn="ctr">
              <a:spcBef>
                <a:spcPts val="0"/>
              </a:spcBef>
              <a:spcAft>
                <a:spcPts val="0"/>
              </a:spcAft>
              <a:buNone/>
              <a:defRPr sz="1000" u="sng">
                <a:solidFill>
                  <a:schemeClr val="lt2"/>
                </a:solidFill>
              </a:defRPr>
            </a:lvl1pPr>
            <a:lvl2pPr lvl="1" algn="ctr">
              <a:spcBef>
                <a:spcPts val="0"/>
              </a:spcBef>
              <a:spcAft>
                <a:spcPts val="0"/>
              </a:spcAft>
              <a:buNone/>
              <a:defRPr sz="1000">
                <a:solidFill>
                  <a:schemeClr val="lt2"/>
                </a:solidFill>
                <a:latin typeface="Arimo"/>
                <a:ea typeface="Arimo"/>
                <a:cs typeface="Arimo"/>
                <a:sym typeface="Arimo"/>
              </a:defRPr>
            </a:lvl2pPr>
            <a:lvl3pPr lvl="2" algn="ctr">
              <a:spcBef>
                <a:spcPts val="0"/>
              </a:spcBef>
              <a:spcAft>
                <a:spcPts val="0"/>
              </a:spcAft>
              <a:buNone/>
              <a:defRPr sz="1000">
                <a:solidFill>
                  <a:schemeClr val="lt2"/>
                </a:solidFill>
                <a:latin typeface="Arimo"/>
                <a:ea typeface="Arimo"/>
                <a:cs typeface="Arimo"/>
                <a:sym typeface="Arimo"/>
              </a:defRPr>
            </a:lvl3pPr>
            <a:lvl4pPr lvl="3" algn="ctr">
              <a:spcBef>
                <a:spcPts val="0"/>
              </a:spcBef>
              <a:spcAft>
                <a:spcPts val="0"/>
              </a:spcAft>
              <a:buNone/>
              <a:defRPr sz="1000">
                <a:solidFill>
                  <a:schemeClr val="lt2"/>
                </a:solidFill>
                <a:latin typeface="Arimo"/>
                <a:ea typeface="Arimo"/>
                <a:cs typeface="Arimo"/>
                <a:sym typeface="Arimo"/>
              </a:defRPr>
            </a:lvl4pPr>
            <a:lvl5pPr lvl="4" algn="ctr">
              <a:spcBef>
                <a:spcPts val="0"/>
              </a:spcBef>
              <a:spcAft>
                <a:spcPts val="0"/>
              </a:spcAft>
              <a:buNone/>
              <a:defRPr sz="1000">
                <a:solidFill>
                  <a:schemeClr val="lt2"/>
                </a:solidFill>
                <a:latin typeface="Arimo"/>
                <a:ea typeface="Arimo"/>
                <a:cs typeface="Arimo"/>
                <a:sym typeface="Arimo"/>
              </a:defRPr>
            </a:lvl5pPr>
            <a:lvl6pPr lvl="5" algn="ctr">
              <a:spcBef>
                <a:spcPts val="0"/>
              </a:spcBef>
              <a:spcAft>
                <a:spcPts val="0"/>
              </a:spcAft>
              <a:buNone/>
              <a:defRPr sz="1000">
                <a:solidFill>
                  <a:schemeClr val="lt2"/>
                </a:solidFill>
                <a:latin typeface="Arimo"/>
                <a:ea typeface="Arimo"/>
                <a:cs typeface="Arimo"/>
                <a:sym typeface="Arimo"/>
              </a:defRPr>
            </a:lvl6pPr>
            <a:lvl7pPr lvl="6" algn="ctr">
              <a:spcBef>
                <a:spcPts val="0"/>
              </a:spcBef>
              <a:spcAft>
                <a:spcPts val="0"/>
              </a:spcAft>
              <a:buNone/>
              <a:defRPr sz="1000">
                <a:solidFill>
                  <a:schemeClr val="lt2"/>
                </a:solidFill>
                <a:latin typeface="Arimo"/>
                <a:ea typeface="Arimo"/>
                <a:cs typeface="Arimo"/>
                <a:sym typeface="Arimo"/>
              </a:defRPr>
            </a:lvl7pPr>
            <a:lvl8pPr lvl="7" algn="ctr">
              <a:spcBef>
                <a:spcPts val="0"/>
              </a:spcBef>
              <a:spcAft>
                <a:spcPts val="0"/>
              </a:spcAft>
              <a:buNone/>
              <a:defRPr sz="1000">
                <a:solidFill>
                  <a:schemeClr val="lt2"/>
                </a:solidFill>
                <a:latin typeface="Arimo"/>
                <a:ea typeface="Arimo"/>
                <a:cs typeface="Arimo"/>
                <a:sym typeface="Arimo"/>
              </a:defRPr>
            </a:lvl8pPr>
            <a:lvl9pPr lvl="8" algn="ctr">
              <a:spcBef>
                <a:spcPts val="0"/>
              </a:spcBef>
              <a:spcAft>
                <a:spcPts val="0"/>
              </a:spcAft>
              <a:buNone/>
              <a:defRPr sz="1000">
                <a:solidFill>
                  <a:schemeClr val="lt2"/>
                </a:solidFill>
                <a:latin typeface="Arimo"/>
                <a:ea typeface="Arimo"/>
                <a:cs typeface="Arimo"/>
                <a:sym typeface="Arimo"/>
              </a:defRPr>
            </a:lvl9pPr>
          </a:lstStyle>
          <a:p/>
        </p:txBody>
      </p:sp>
      <p:sp>
        <p:nvSpPr>
          <p:cNvPr id="280" name="Google Shape;280;p3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81" name="Google Shape;281;p33"/>
          <p:cNvSpPr txBox="1"/>
          <p:nvPr>
            <p:ph idx="21" type="subTitle"/>
          </p:nvPr>
        </p:nvSpPr>
        <p:spPr>
          <a:xfrm>
            <a:off x="5426775" y="2214775"/>
            <a:ext cx="1092900" cy="566700"/>
          </a:xfrm>
          <a:prstGeom prst="rect">
            <a:avLst/>
          </a:prstGeom>
        </p:spPr>
        <p:txBody>
          <a:bodyPr anchorCtr="0" anchor="ctr" bIns="91425" lIns="91425" spcFirstLastPara="1" rIns="91425" wrap="square" tIns="91425">
            <a:noAutofit/>
          </a:bodyPr>
          <a:lstStyle>
            <a:lvl1pPr lvl="0" algn="ctr">
              <a:spcBef>
                <a:spcPts val="0"/>
              </a:spcBef>
              <a:spcAft>
                <a:spcPts val="0"/>
              </a:spcAft>
              <a:buNone/>
              <a:defRPr sz="20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with description">
  <p:cSld name="CUSTOM_19_1_1_1">
    <p:bg>
      <p:bgPr>
        <a:solidFill>
          <a:schemeClr val="accent5"/>
        </a:solidFill>
      </p:bgPr>
    </p:bg>
    <p:spTree>
      <p:nvGrpSpPr>
        <p:cNvPr id="282" name="Shape 282"/>
        <p:cNvGrpSpPr/>
        <p:nvPr/>
      </p:nvGrpSpPr>
      <p:grpSpPr>
        <a:xfrm>
          <a:off x="0" y="0"/>
          <a:ext cx="0" cy="0"/>
          <a:chOff x="0" y="0"/>
          <a:chExt cx="0" cy="0"/>
        </a:xfrm>
      </p:grpSpPr>
      <p:sp>
        <p:nvSpPr>
          <p:cNvPr id="283" name="Google Shape;283;p34"/>
          <p:cNvSpPr/>
          <p:nvPr>
            <p:ph idx="2" type="pic"/>
          </p:nvPr>
        </p:nvSpPr>
        <p:spPr>
          <a:xfrm>
            <a:off x="2021325" y="1854425"/>
            <a:ext cx="1679100" cy="3013800"/>
          </a:xfrm>
          <a:prstGeom prst="roundRect">
            <a:avLst>
              <a:gd fmla="val 13643" name="adj"/>
            </a:avLst>
          </a:prstGeom>
          <a:noFill/>
          <a:ln>
            <a:noFill/>
          </a:ln>
        </p:spPr>
      </p:sp>
      <p:sp>
        <p:nvSpPr>
          <p:cNvPr id="284" name="Google Shape;284;p34"/>
          <p:cNvSpPr/>
          <p:nvPr>
            <p:ph idx="3" type="pic"/>
          </p:nvPr>
        </p:nvSpPr>
        <p:spPr>
          <a:xfrm>
            <a:off x="5444400" y="1854425"/>
            <a:ext cx="1679100" cy="3013800"/>
          </a:xfrm>
          <a:prstGeom prst="roundRect">
            <a:avLst>
              <a:gd fmla="val 13643" name="adj"/>
            </a:avLst>
          </a:prstGeom>
          <a:noFill/>
          <a:ln>
            <a:noFill/>
          </a:ln>
        </p:spPr>
      </p:sp>
      <p:sp>
        <p:nvSpPr>
          <p:cNvPr id="285" name="Google Shape;285;p34"/>
          <p:cNvSpPr txBox="1"/>
          <p:nvPr>
            <p:ph idx="1" type="subTitle"/>
          </p:nvPr>
        </p:nvSpPr>
        <p:spPr>
          <a:xfrm>
            <a:off x="3700500"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86" name="Google Shape;286;p34"/>
          <p:cNvSpPr txBox="1"/>
          <p:nvPr>
            <p:ph idx="4" type="body"/>
          </p:nvPr>
        </p:nvSpPr>
        <p:spPr>
          <a:xfrm>
            <a:off x="3700500"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87" name="Google Shape;287;p34"/>
          <p:cNvSpPr txBox="1"/>
          <p:nvPr>
            <p:ph idx="5" type="subTitle"/>
          </p:nvPr>
        </p:nvSpPr>
        <p:spPr>
          <a:xfrm>
            <a:off x="7123575"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88" name="Google Shape;288;p34"/>
          <p:cNvSpPr txBox="1"/>
          <p:nvPr>
            <p:ph idx="6" type="body"/>
          </p:nvPr>
        </p:nvSpPr>
        <p:spPr>
          <a:xfrm>
            <a:off x="7123575"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89" name="Google Shape;289;p34"/>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90" name="Google Shape;290;p34"/>
          <p:cNvSpPr txBox="1"/>
          <p:nvPr>
            <p:ph idx="7"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91" name="Google Shape;291;p34"/>
          <p:cNvSpPr txBox="1"/>
          <p:nvPr>
            <p:ph idx="8"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92" name="Google Shape;292;p3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93" name="Shape 293"/>
        <p:cNvGrpSpPr/>
        <p:nvPr/>
      </p:nvGrpSpPr>
      <p:grpSpPr>
        <a:xfrm>
          <a:off x="0" y="0"/>
          <a:ext cx="0" cy="0"/>
          <a:chOff x="0" y="0"/>
          <a:chExt cx="0" cy="0"/>
        </a:xfrm>
      </p:grpSpPr>
      <p:sp>
        <p:nvSpPr>
          <p:cNvPr id="294" name="Google Shape;294;p35"/>
          <p:cNvSpPr txBox="1"/>
          <p:nvPr>
            <p:ph type="ctrTitle"/>
          </p:nvPr>
        </p:nvSpPr>
        <p:spPr>
          <a:xfrm>
            <a:off x="311708" y="744575"/>
            <a:ext cx="8520600" cy="2052600"/>
          </a:xfrm>
          <a:prstGeom prst="rect">
            <a:avLst/>
          </a:prstGeom>
        </p:spPr>
        <p:txBody>
          <a:bodyPr anchorCtr="0" anchor="b" bIns="0" lIns="0" spcFirstLastPara="1" rIns="0" wrap="square" tIns="0">
            <a:sp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295" name="Google Shape;295;p35"/>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96" name="Shape 296"/>
        <p:cNvGrpSpPr/>
        <p:nvPr/>
      </p:nvGrpSpPr>
      <p:grpSpPr>
        <a:xfrm>
          <a:off x="0" y="0"/>
          <a:ext cx="0" cy="0"/>
          <a:chOff x="0" y="0"/>
          <a:chExt cx="0" cy="0"/>
        </a:xfrm>
      </p:grpSpPr>
      <p:sp>
        <p:nvSpPr>
          <p:cNvPr id="297" name="Google Shape;297;p36"/>
          <p:cNvSpPr txBox="1"/>
          <p:nvPr>
            <p:ph type="title"/>
          </p:nvPr>
        </p:nvSpPr>
        <p:spPr>
          <a:xfrm>
            <a:off x="311700" y="2150850"/>
            <a:ext cx="8520600" cy="841800"/>
          </a:xfrm>
          <a:prstGeom prst="rect">
            <a:avLst/>
          </a:prstGeom>
        </p:spPr>
        <p:txBody>
          <a:bodyPr anchorCtr="0" anchor="ctr" bIns="0" lIns="0" spcFirstLastPara="1" rIns="0" wrap="square" tIns="0">
            <a:spAutoFit/>
          </a:bodyPr>
          <a:lstStyle>
            <a:lvl1pPr lvl="0" algn="ctr">
              <a:spcBef>
                <a:spcPts val="0"/>
              </a:spcBef>
              <a:spcAft>
                <a:spcPts val="0"/>
              </a:spcAft>
              <a:buSzPts val="3600"/>
              <a:buChar char="●"/>
              <a:defRPr/>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98" name="Shape 298"/>
        <p:cNvGrpSpPr/>
        <p:nvPr/>
      </p:nvGrpSpPr>
      <p:grpSpPr>
        <a:xfrm>
          <a:off x="0" y="0"/>
          <a:ext cx="0" cy="0"/>
          <a:chOff x="0" y="0"/>
          <a:chExt cx="0" cy="0"/>
        </a:xfrm>
      </p:grpSpPr>
      <p:sp>
        <p:nvSpPr>
          <p:cNvPr id="299" name="Google Shape;299;p37"/>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00" name="Google Shape;300;p37"/>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01" name="Shape 301"/>
        <p:cNvGrpSpPr/>
        <p:nvPr/>
      </p:nvGrpSpPr>
      <p:grpSpPr>
        <a:xfrm>
          <a:off x="0" y="0"/>
          <a:ext cx="0" cy="0"/>
          <a:chOff x="0" y="0"/>
          <a:chExt cx="0" cy="0"/>
        </a:xfrm>
      </p:grpSpPr>
      <p:sp>
        <p:nvSpPr>
          <p:cNvPr id="302" name="Google Shape;302;p38"/>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03" name="Google Shape;303;p38"/>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4" name="Google Shape;304;p38"/>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5" name="Shape 305"/>
        <p:cNvGrpSpPr/>
        <p:nvPr/>
      </p:nvGrpSpPr>
      <p:grpSpPr>
        <a:xfrm>
          <a:off x="0" y="0"/>
          <a:ext cx="0" cy="0"/>
          <a:chOff x="0" y="0"/>
          <a:chExt cx="0" cy="0"/>
        </a:xfrm>
      </p:grpSpPr>
      <p:sp>
        <p:nvSpPr>
          <p:cNvPr id="306" name="Google Shape;306;p39"/>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07" name="Shape 307"/>
        <p:cNvGrpSpPr/>
        <p:nvPr/>
      </p:nvGrpSpPr>
      <p:grpSpPr>
        <a:xfrm>
          <a:off x="0" y="0"/>
          <a:ext cx="0" cy="0"/>
          <a:chOff x="0" y="0"/>
          <a:chExt cx="0" cy="0"/>
        </a:xfrm>
      </p:grpSpPr>
      <p:sp>
        <p:nvSpPr>
          <p:cNvPr id="308" name="Google Shape;308;p40"/>
          <p:cNvSpPr txBox="1"/>
          <p:nvPr>
            <p:ph type="title"/>
          </p:nvPr>
        </p:nvSpPr>
        <p:spPr>
          <a:xfrm>
            <a:off x="311700" y="555600"/>
            <a:ext cx="2808000" cy="755700"/>
          </a:xfrm>
          <a:prstGeom prst="rect">
            <a:avLst/>
          </a:prstGeom>
        </p:spPr>
        <p:txBody>
          <a:bodyPr anchorCtr="0" anchor="b" bIns="0" lIns="0" spcFirstLastPara="1" rIns="0" wrap="square" tIns="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09" name="Google Shape;309;p40"/>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10" name="Shape 310"/>
        <p:cNvGrpSpPr/>
        <p:nvPr/>
      </p:nvGrpSpPr>
      <p:grpSpPr>
        <a:xfrm>
          <a:off x="0" y="0"/>
          <a:ext cx="0" cy="0"/>
          <a:chOff x="0" y="0"/>
          <a:chExt cx="0" cy="0"/>
        </a:xfrm>
      </p:grpSpPr>
      <p:sp>
        <p:nvSpPr>
          <p:cNvPr id="311" name="Google Shape;311;p41"/>
          <p:cNvSpPr txBox="1"/>
          <p:nvPr>
            <p:ph type="title"/>
          </p:nvPr>
        </p:nvSpPr>
        <p:spPr>
          <a:xfrm>
            <a:off x="490250" y="450150"/>
            <a:ext cx="6367800" cy="4090800"/>
          </a:xfrm>
          <a:prstGeom prst="rect">
            <a:avLst/>
          </a:prstGeom>
        </p:spPr>
        <p:txBody>
          <a:bodyPr anchorCtr="0" anchor="ctr" bIns="0" lIns="0" spcFirstLastPara="1" rIns="0" wrap="square" tIns="0">
            <a:sp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12" name="Shape 312"/>
        <p:cNvGrpSpPr/>
        <p:nvPr/>
      </p:nvGrpSpPr>
      <p:grpSpPr>
        <a:xfrm>
          <a:off x="0" y="0"/>
          <a:ext cx="0" cy="0"/>
          <a:chOff x="0" y="0"/>
          <a:chExt cx="0" cy="0"/>
        </a:xfrm>
      </p:grpSpPr>
      <p:sp>
        <p:nvSpPr>
          <p:cNvPr id="313" name="Google Shape;313;p42"/>
          <p:cNvSpPr txBox="1"/>
          <p:nvPr>
            <p:ph type="title"/>
          </p:nvPr>
        </p:nvSpPr>
        <p:spPr>
          <a:xfrm>
            <a:off x="265500" y="1233175"/>
            <a:ext cx="4045200" cy="1482300"/>
          </a:xfrm>
          <a:prstGeom prst="rect">
            <a:avLst/>
          </a:prstGeom>
        </p:spPr>
        <p:txBody>
          <a:bodyPr anchorCtr="0" anchor="b" bIns="0" lIns="0" spcFirstLastPara="1" rIns="0" wrap="square" tIns="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14" name="Google Shape;314;p42"/>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15" name="Google Shape;315;p42"/>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16" name="Shape 316"/>
        <p:cNvGrpSpPr/>
        <p:nvPr/>
      </p:nvGrpSpPr>
      <p:grpSpPr>
        <a:xfrm>
          <a:off x="0" y="0"/>
          <a:ext cx="0" cy="0"/>
          <a:chOff x="0" y="0"/>
          <a:chExt cx="0" cy="0"/>
        </a:xfrm>
      </p:grpSpPr>
      <p:sp>
        <p:nvSpPr>
          <p:cNvPr id="317" name="Google Shape;317;p43"/>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18" name="Shape 318"/>
        <p:cNvGrpSpPr/>
        <p:nvPr/>
      </p:nvGrpSpPr>
      <p:grpSpPr>
        <a:xfrm>
          <a:off x="0" y="0"/>
          <a:ext cx="0" cy="0"/>
          <a:chOff x="0" y="0"/>
          <a:chExt cx="0" cy="0"/>
        </a:xfrm>
      </p:grpSpPr>
      <p:sp>
        <p:nvSpPr>
          <p:cNvPr id="319" name="Google Shape;319;p44"/>
          <p:cNvSpPr txBox="1"/>
          <p:nvPr>
            <p:ph hasCustomPrompt="1" type="title"/>
          </p:nvPr>
        </p:nvSpPr>
        <p:spPr>
          <a:xfrm>
            <a:off x="311700" y="1106125"/>
            <a:ext cx="8520600" cy="1963500"/>
          </a:xfrm>
          <a:prstGeom prst="rect">
            <a:avLst/>
          </a:prstGeom>
        </p:spPr>
        <p:txBody>
          <a:bodyPr anchorCtr="0" anchor="b" bIns="0" lIns="0" spcFirstLastPara="1" rIns="0" wrap="square" tIns="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20" name="Google Shape;320;p44"/>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21" name="Shape 321"/>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22" name="Shape 322"/>
        <p:cNvGrpSpPr/>
        <p:nvPr/>
      </p:nvGrpSpPr>
      <p:grpSpPr>
        <a:xfrm>
          <a:off x="0" y="0"/>
          <a:ext cx="0" cy="0"/>
          <a:chOff x="0" y="0"/>
          <a:chExt cx="0" cy="0"/>
        </a:xfrm>
      </p:grpSpPr>
      <p:sp>
        <p:nvSpPr>
          <p:cNvPr id="323" name="Google Shape;323;p46"/>
          <p:cNvSpPr txBox="1"/>
          <p:nvPr>
            <p:ph type="title"/>
          </p:nvPr>
        </p:nvSpPr>
        <p:spPr>
          <a:xfrm>
            <a:off x="677325" y="1832775"/>
            <a:ext cx="3217200" cy="1484100"/>
          </a:xfrm>
          <a:prstGeom prst="rect">
            <a:avLst/>
          </a:prstGeom>
        </p:spPr>
        <p:txBody>
          <a:bodyPr anchorCtr="0" anchor="ctr" bIns="0" lIns="0" spcFirstLastPara="1" rIns="0" wrap="square" tIns="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46"/>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5" name="Google Shape;325;p46"/>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6" name="Google Shape;326;p46"/>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7" name="Google Shape;327;p46"/>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8" name="Google Shape;328;p46"/>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9" name="Google Shape;329;p46"/>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30" name="Shape 330"/>
        <p:cNvGrpSpPr/>
        <p:nvPr/>
      </p:nvGrpSpPr>
      <p:grpSpPr>
        <a:xfrm>
          <a:off x="0" y="0"/>
          <a:ext cx="0" cy="0"/>
          <a:chOff x="0" y="0"/>
          <a:chExt cx="0" cy="0"/>
        </a:xfrm>
      </p:grpSpPr>
      <p:sp>
        <p:nvSpPr>
          <p:cNvPr id="331" name="Google Shape;331;p47"/>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2" name="Google Shape;332;p47"/>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3" name="Google Shape;333;p47"/>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34" name="Shape 334"/>
        <p:cNvGrpSpPr/>
        <p:nvPr/>
      </p:nvGrpSpPr>
      <p:grpSpPr>
        <a:xfrm>
          <a:off x="0" y="0"/>
          <a:ext cx="0" cy="0"/>
          <a:chOff x="0" y="0"/>
          <a:chExt cx="0" cy="0"/>
        </a:xfrm>
      </p:grpSpPr>
      <p:sp>
        <p:nvSpPr>
          <p:cNvPr id="335" name="Google Shape;335;p48"/>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36" name="Google Shape;336;p48"/>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7" name="Google Shape;337;p48"/>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8" name="Google Shape;338;p48"/>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9" name="Google Shape;339;p48"/>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40" name="Shape 340"/>
        <p:cNvGrpSpPr/>
        <p:nvPr/>
      </p:nvGrpSpPr>
      <p:grpSpPr>
        <a:xfrm>
          <a:off x="0" y="0"/>
          <a:ext cx="0" cy="0"/>
          <a:chOff x="0" y="0"/>
          <a:chExt cx="0" cy="0"/>
        </a:xfrm>
      </p:grpSpPr>
      <p:sp>
        <p:nvSpPr>
          <p:cNvPr id="341" name="Google Shape;341;p49"/>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2" name="Google Shape;342;p49"/>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3" name="Google Shape;343;p49"/>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44" name="Google Shape;344;p49"/>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5" name="Google Shape;345;p49"/>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6" name="Google Shape;346;p49"/>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7" name="Google Shape;347;p49"/>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48" name="Shape 348"/>
        <p:cNvGrpSpPr/>
        <p:nvPr/>
      </p:nvGrpSpPr>
      <p:grpSpPr>
        <a:xfrm>
          <a:off x="0" y="0"/>
          <a:ext cx="0" cy="0"/>
          <a:chOff x="0" y="0"/>
          <a:chExt cx="0" cy="0"/>
        </a:xfrm>
      </p:grpSpPr>
      <p:sp>
        <p:nvSpPr>
          <p:cNvPr id="349" name="Google Shape;349;p50"/>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0" name="Google Shape;350;p50"/>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1" name="Google Shape;351;p50"/>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2" name="Google Shape;352;p50"/>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3" name="Google Shape;353;p50"/>
          <p:cNvSpPr txBox="1"/>
          <p:nvPr>
            <p:ph type="title"/>
          </p:nvPr>
        </p:nvSpPr>
        <p:spPr>
          <a:xfrm>
            <a:off x="366750"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54" name="Google Shape;354;p50"/>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50"/>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6" name="Google Shape;356;p50"/>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7" name="Google Shape;357;p50"/>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58" name="Shape 358"/>
        <p:cNvGrpSpPr/>
        <p:nvPr/>
      </p:nvGrpSpPr>
      <p:grpSpPr>
        <a:xfrm>
          <a:off x="0" y="0"/>
          <a:ext cx="0" cy="0"/>
          <a:chOff x="0" y="0"/>
          <a:chExt cx="0" cy="0"/>
        </a:xfrm>
      </p:grpSpPr>
      <p:sp>
        <p:nvSpPr>
          <p:cNvPr id="359" name="Google Shape;359;p51"/>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0" name="Google Shape;360;p51"/>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61" name="Shape 361"/>
        <p:cNvGrpSpPr/>
        <p:nvPr/>
      </p:nvGrpSpPr>
      <p:grpSpPr>
        <a:xfrm>
          <a:off x="0" y="0"/>
          <a:ext cx="0" cy="0"/>
          <a:chOff x="0" y="0"/>
          <a:chExt cx="0" cy="0"/>
        </a:xfrm>
      </p:grpSpPr>
      <p:sp>
        <p:nvSpPr>
          <p:cNvPr id="362" name="Google Shape;362;p52"/>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3" name="Google Shape;363;p52"/>
          <p:cNvSpPr/>
          <p:nvPr>
            <p:ph idx="2" type="pic"/>
          </p:nvPr>
        </p:nvSpPr>
        <p:spPr>
          <a:xfrm>
            <a:off x="4804825" y="1133300"/>
            <a:ext cx="4027500" cy="2392800"/>
          </a:xfrm>
          <a:prstGeom prst="rect">
            <a:avLst/>
          </a:prstGeom>
          <a:noFill/>
          <a:ln>
            <a:noFill/>
          </a:ln>
        </p:spPr>
      </p:sp>
      <p:sp>
        <p:nvSpPr>
          <p:cNvPr id="364" name="Google Shape;364;p52"/>
          <p:cNvSpPr/>
          <p:nvPr>
            <p:ph idx="3" type="pic"/>
          </p:nvPr>
        </p:nvSpPr>
        <p:spPr>
          <a:xfrm>
            <a:off x="311725" y="1133300"/>
            <a:ext cx="4027500" cy="2392800"/>
          </a:xfrm>
          <a:prstGeom prst="rect">
            <a:avLst/>
          </a:prstGeom>
          <a:noFill/>
          <a:ln>
            <a:noFill/>
          </a:ln>
        </p:spPr>
      </p:sp>
      <p:sp>
        <p:nvSpPr>
          <p:cNvPr id="365" name="Google Shape;365;p52"/>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6" name="Google Shape;366;p52"/>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7" name="Google Shape;367;p52"/>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68" name="Google Shape;368;p52"/>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69" name="Shape 369"/>
        <p:cNvGrpSpPr/>
        <p:nvPr/>
      </p:nvGrpSpPr>
      <p:grpSpPr>
        <a:xfrm>
          <a:off x="0" y="0"/>
          <a:ext cx="0" cy="0"/>
          <a:chOff x="0" y="0"/>
          <a:chExt cx="0" cy="0"/>
        </a:xfrm>
      </p:grpSpPr>
      <p:sp>
        <p:nvSpPr>
          <p:cNvPr id="370" name="Google Shape;370;p53"/>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1" name="Google Shape;371;p53"/>
          <p:cNvSpPr/>
          <p:nvPr>
            <p:ph idx="2" type="pic"/>
          </p:nvPr>
        </p:nvSpPr>
        <p:spPr>
          <a:xfrm>
            <a:off x="6205225" y="1128325"/>
            <a:ext cx="2627100" cy="2273100"/>
          </a:xfrm>
          <a:prstGeom prst="rect">
            <a:avLst/>
          </a:prstGeom>
          <a:noFill/>
          <a:ln>
            <a:noFill/>
          </a:ln>
        </p:spPr>
      </p:sp>
      <p:sp>
        <p:nvSpPr>
          <p:cNvPr id="372" name="Google Shape;372;p53"/>
          <p:cNvSpPr/>
          <p:nvPr>
            <p:ph idx="3" type="pic"/>
          </p:nvPr>
        </p:nvSpPr>
        <p:spPr>
          <a:xfrm>
            <a:off x="311725" y="1128325"/>
            <a:ext cx="2627100" cy="2273100"/>
          </a:xfrm>
          <a:prstGeom prst="rect">
            <a:avLst/>
          </a:prstGeom>
          <a:noFill/>
          <a:ln>
            <a:noFill/>
          </a:ln>
        </p:spPr>
      </p:sp>
      <p:sp>
        <p:nvSpPr>
          <p:cNvPr id="373" name="Google Shape;373;p53"/>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4" name="Google Shape;374;p53"/>
          <p:cNvSpPr/>
          <p:nvPr>
            <p:ph idx="5" type="pic"/>
          </p:nvPr>
        </p:nvSpPr>
        <p:spPr>
          <a:xfrm>
            <a:off x="3255250" y="1128325"/>
            <a:ext cx="2627100" cy="2273100"/>
          </a:xfrm>
          <a:prstGeom prst="rect">
            <a:avLst/>
          </a:prstGeom>
          <a:noFill/>
          <a:ln>
            <a:noFill/>
          </a:ln>
        </p:spPr>
      </p:sp>
      <p:sp>
        <p:nvSpPr>
          <p:cNvPr id="375" name="Google Shape;375;p53"/>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6" name="Google Shape;376;p53"/>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77" name="Google Shape;377;p53"/>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8" name="Google Shape;378;p53"/>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9" name="Google Shape;379;p53"/>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80" name="Shape 380"/>
        <p:cNvGrpSpPr/>
        <p:nvPr/>
      </p:nvGrpSpPr>
      <p:grpSpPr>
        <a:xfrm>
          <a:off x="0" y="0"/>
          <a:ext cx="0" cy="0"/>
          <a:chOff x="0" y="0"/>
          <a:chExt cx="0" cy="0"/>
        </a:xfrm>
      </p:grpSpPr>
      <p:sp>
        <p:nvSpPr>
          <p:cNvPr id="381" name="Google Shape;381;p54"/>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82" name="Shape 382"/>
        <p:cNvGrpSpPr/>
        <p:nvPr/>
      </p:nvGrpSpPr>
      <p:grpSpPr>
        <a:xfrm>
          <a:off x="0" y="0"/>
          <a:ext cx="0" cy="0"/>
          <a:chOff x="0" y="0"/>
          <a:chExt cx="0" cy="0"/>
        </a:xfrm>
      </p:grpSpPr>
      <p:sp>
        <p:nvSpPr>
          <p:cNvPr id="383" name="Google Shape;383;p55"/>
          <p:cNvSpPr/>
          <p:nvPr>
            <p:ph idx="2" type="pic"/>
          </p:nvPr>
        </p:nvSpPr>
        <p:spPr>
          <a:xfrm>
            <a:off x="3389600" y="118913"/>
            <a:ext cx="1643700" cy="1535100"/>
          </a:xfrm>
          <a:prstGeom prst="rect">
            <a:avLst/>
          </a:prstGeom>
          <a:noFill/>
          <a:ln>
            <a:noFill/>
          </a:ln>
        </p:spPr>
      </p:sp>
      <p:sp>
        <p:nvSpPr>
          <p:cNvPr id="384" name="Google Shape;384;p55"/>
          <p:cNvSpPr/>
          <p:nvPr>
            <p:ph idx="3" type="pic"/>
          </p:nvPr>
        </p:nvSpPr>
        <p:spPr>
          <a:xfrm>
            <a:off x="5195935" y="118913"/>
            <a:ext cx="1643700" cy="1535100"/>
          </a:xfrm>
          <a:prstGeom prst="rect">
            <a:avLst/>
          </a:prstGeom>
          <a:noFill/>
          <a:ln>
            <a:noFill/>
          </a:ln>
        </p:spPr>
      </p:sp>
      <p:sp>
        <p:nvSpPr>
          <p:cNvPr id="385" name="Google Shape;385;p55"/>
          <p:cNvSpPr/>
          <p:nvPr>
            <p:ph idx="4" type="pic"/>
          </p:nvPr>
        </p:nvSpPr>
        <p:spPr>
          <a:xfrm>
            <a:off x="7002270" y="118913"/>
            <a:ext cx="1643700" cy="1535100"/>
          </a:xfrm>
          <a:prstGeom prst="rect">
            <a:avLst/>
          </a:prstGeom>
          <a:noFill/>
          <a:ln>
            <a:noFill/>
          </a:ln>
        </p:spPr>
      </p:sp>
      <p:sp>
        <p:nvSpPr>
          <p:cNvPr id="386" name="Google Shape;386;p55"/>
          <p:cNvSpPr/>
          <p:nvPr>
            <p:ph idx="5" type="pic"/>
          </p:nvPr>
        </p:nvSpPr>
        <p:spPr>
          <a:xfrm>
            <a:off x="3389588" y="1804212"/>
            <a:ext cx="1643700" cy="1535100"/>
          </a:xfrm>
          <a:prstGeom prst="rect">
            <a:avLst/>
          </a:prstGeom>
          <a:noFill/>
          <a:ln>
            <a:noFill/>
          </a:ln>
        </p:spPr>
      </p:sp>
      <p:sp>
        <p:nvSpPr>
          <p:cNvPr id="387" name="Google Shape;387;p55"/>
          <p:cNvSpPr/>
          <p:nvPr>
            <p:ph idx="6" type="pic"/>
          </p:nvPr>
        </p:nvSpPr>
        <p:spPr>
          <a:xfrm>
            <a:off x="5195922" y="1804212"/>
            <a:ext cx="1643700" cy="1535100"/>
          </a:xfrm>
          <a:prstGeom prst="rect">
            <a:avLst/>
          </a:prstGeom>
          <a:noFill/>
          <a:ln>
            <a:noFill/>
          </a:ln>
        </p:spPr>
      </p:sp>
      <p:sp>
        <p:nvSpPr>
          <p:cNvPr id="388" name="Google Shape;388;p55"/>
          <p:cNvSpPr/>
          <p:nvPr>
            <p:ph idx="7" type="pic"/>
          </p:nvPr>
        </p:nvSpPr>
        <p:spPr>
          <a:xfrm>
            <a:off x="7002257" y="1804212"/>
            <a:ext cx="1643700" cy="1535100"/>
          </a:xfrm>
          <a:prstGeom prst="rect">
            <a:avLst/>
          </a:prstGeom>
          <a:noFill/>
          <a:ln>
            <a:noFill/>
          </a:ln>
        </p:spPr>
      </p:sp>
      <p:sp>
        <p:nvSpPr>
          <p:cNvPr id="389" name="Google Shape;389;p55"/>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90" name="Google Shape;390;p55"/>
          <p:cNvSpPr/>
          <p:nvPr>
            <p:ph idx="8" type="pic"/>
          </p:nvPr>
        </p:nvSpPr>
        <p:spPr>
          <a:xfrm>
            <a:off x="3389588" y="3489487"/>
            <a:ext cx="1643700" cy="1535100"/>
          </a:xfrm>
          <a:prstGeom prst="rect">
            <a:avLst/>
          </a:prstGeom>
          <a:noFill/>
          <a:ln>
            <a:noFill/>
          </a:ln>
        </p:spPr>
      </p:sp>
      <p:sp>
        <p:nvSpPr>
          <p:cNvPr id="391" name="Google Shape;391;p55"/>
          <p:cNvSpPr/>
          <p:nvPr>
            <p:ph idx="9" type="pic"/>
          </p:nvPr>
        </p:nvSpPr>
        <p:spPr>
          <a:xfrm>
            <a:off x="5195922" y="3489487"/>
            <a:ext cx="1643700" cy="1535100"/>
          </a:xfrm>
          <a:prstGeom prst="rect">
            <a:avLst/>
          </a:prstGeom>
          <a:noFill/>
          <a:ln>
            <a:noFill/>
          </a:ln>
        </p:spPr>
      </p:sp>
      <p:sp>
        <p:nvSpPr>
          <p:cNvPr id="392" name="Google Shape;392;p55"/>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43" Type="http://schemas.openxmlformats.org/officeDocument/2006/relationships/theme" Target="../theme/theme1.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p14:dur="100">
        <p:fade thruBlk="1"/>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latin typeface="Arimo"/>
                <a:ea typeface="Arimo"/>
                <a:cs typeface="Arimo"/>
                <a:sym typeface="Arimo"/>
              </a:defRPr>
            </a:lvl1pPr>
            <a:lvl2pPr lvl="1">
              <a:lnSpc>
                <a:spcPct val="115000"/>
              </a:lnSpc>
              <a:spcBef>
                <a:spcPts val="0"/>
              </a:spcBef>
              <a:spcAft>
                <a:spcPts val="0"/>
              </a:spcAft>
              <a:buNone/>
              <a:defRPr sz="3600">
                <a:solidFill>
                  <a:schemeClr val="dk1"/>
                </a:solidFill>
                <a:latin typeface="Arimo"/>
                <a:ea typeface="Arimo"/>
                <a:cs typeface="Arimo"/>
                <a:sym typeface="Arimo"/>
              </a:defRPr>
            </a:lvl2pPr>
            <a:lvl3pPr lvl="2">
              <a:lnSpc>
                <a:spcPct val="115000"/>
              </a:lnSpc>
              <a:spcBef>
                <a:spcPts val="0"/>
              </a:spcBef>
              <a:spcAft>
                <a:spcPts val="0"/>
              </a:spcAft>
              <a:buNone/>
              <a:defRPr sz="3600">
                <a:solidFill>
                  <a:schemeClr val="dk1"/>
                </a:solidFill>
                <a:latin typeface="Arimo"/>
                <a:ea typeface="Arimo"/>
                <a:cs typeface="Arimo"/>
                <a:sym typeface="Arimo"/>
              </a:defRPr>
            </a:lvl3pPr>
            <a:lvl4pPr lvl="3">
              <a:lnSpc>
                <a:spcPct val="115000"/>
              </a:lnSpc>
              <a:spcBef>
                <a:spcPts val="0"/>
              </a:spcBef>
              <a:spcAft>
                <a:spcPts val="0"/>
              </a:spcAft>
              <a:buNone/>
              <a:defRPr sz="3600">
                <a:solidFill>
                  <a:schemeClr val="dk1"/>
                </a:solidFill>
                <a:latin typeface="Arimo"/>
                <a:ea typeface="Arimo"/>
                <a:cs typeface="Arimo"/>
                <a:sym typeface="Arimo"/>
              </a:defRPr>
            </a:lvl4pPr>
            <a:lvl5pPr lvl="4">
              <a:lnSpc>
                <a:spcPct val="115000"/>
              </a:lnSpc>
              <a:spcBef>
                <a:spcPts val="0"/>
              </a:spcBef>
              <a:spcAft>
                <a:spcPts val="0"/>
              </a:spcAft>
              <a:buNone/>
              <a:defRPr sz="3600">
                <a:solidFill>
                  <a:schemeClr val="dk1"/>
                </a:solidFill>
                <a:latin typeface="Arimo"/>
                <a:ea typeface="Arimo"/>
                <a:cs typeface="Arimo"/>
                <a:sym typeface="Arimo"/>
              </a:defRPr>
            </a:lvl5pPr>
            <a:lvl6pPr lvl="5">
              <a:lnSpc>
                <a:spcPct val="115000"/>
              </a:lnSpc>
              <a:spcBef>
                <a:spcPts val="0"/>
              </a:spcBef>
              <a:spcAft>
                <a:spcPts val="0"/>
              </a:spcAft>
              <a:buNone/>
              <a:defRPr sz="3600">
                <a:solidFill>
                  <a:schemeClr val="dk1"/>
                </a:solidFill>
                <a:latin typeface="Arimo"/>
                <a:ea typeface="Arimo"/>
                <a:cs typeface="Arimo"/>
                <a:sym typeface="Arimo"/>
              </a:defRPr>
            </a:lvl6pPr>
            <a:lvl7pPr lvl="6">
              <a:lnSpc>
                <a:spcPct val="115000"/>
              </a:lnSpc>
              <a:spcBef>
                <a:spcPts val="0"/>
              </a:spcBef>
              <a:spcAft>
                <a:spcPts val="0"/>
              </a:spcAft>
              <a:buNone/>
              <a:defRPr sz="3600">
                <a:solidFill>
                  <a:schemeClr val="dk1"/>
                </a:solidFill>
                <a:latin typeface="Arimo"/>
                <a:ea typeface="Arimo"/>
                <a:cs typeface="Arimo"/>
                <a:sym typeface="Arimo"/>
              </a:defRPr>
            </a:lvl7pPr>
            <a:lvl8pPr lvl="7">
              <a:lnSpc>
                <a:spcPct val="115000"/>
              </a:lnSpc>
              <a:spcBef>
                <a:spcPts val="0"/>
              </a:spcBef>
              <a:spcAft>
                <a:spcPts val="0"/>
              </a:spcAft>
              <a:buNone/>
              <a:defRPr sz="3600">
                <a:solidFill>
                  <a:schemeClr val="dk1"/>
                </a:solidFill>
                <a:latin typeface="Arimo"/>
                <a:ea typeface="Arimo"/>
                <a:cs typeface="Arimo"/>
                <a:sym typeface="Arimo"/>
              </a:defRPr>
            </a:lvl8pPr>
            <a:lvl9pPr lvl="8">
              <a:lnSpc>
                <a:spcPct val="115000"/>
              </a:lnSpc>
              <a:spcBef>
                <a:spcPts val="0"/>
              </a:spcBef>
              <a:spcAft>
                <a:spcPts val="0"/>
              </a:spcAft>
              <a:buNone/>
              <a:defRPr sz="3600">
                <a:solidFill>
                  <a:schemeClr val="dk1"/>
                </a:solidFill>
                <a:latin typeface="Arimo"/>
                <a:ea typeface="Arimo"/>
                <a:cs typeface="Arimo"/>
                <a:sym typeface="Arimo"/>
              </a:defRPr>
            </a:lvl9pPr>
          </a:lstStyle>
          <a:p/>
        </p:txBody>
      </p:sp>
      <p:sp>
        <p:nvSpPr>
          <p:cNvPr id="52" name="Google Shape;52;p13"/>
          <p:cNvSpPr txBox="1"/>
          <p:nvPr>
            <p:ph idx="1" type="body"/>
          </p:nvPr>
        </p:nvSpPr>
        <p:spPr>
          <a:xfrm>
            <a:off x="284850" y="2001325"/>
            <a:ext cx="4088100" cy="2440200"/>
          </a:xfrm>
          <a:prstGeom prst="rect">
            <a:avLst/>
          </a:prstGeom>
          <a:noFill/>
          <a:ln>
            <a:noFill/>
          </a:ln>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1pPr>
            <a:lvl2pPr indent="-304800" lvl="1" marL="914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2pPr>
            <a:lvl3pPr indent="-304800" lvl="2" marL="1371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3pPr>
            <a:lvl4pPr indent="-304800" lvl="3" marL="1828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4pPr>
            <a:lvl5pPr indent="-304800" lvl="4" marL="22860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5pPr>
            <a:lvl6pPr indent="-304800" lvl="5" marL="2743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6pPr>
            <a:lvl7pPr indent="-304800" lvl="6" marL="3200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7pPr>
            <a:lvl8pPr indent="-304800" lvl="7" marL="3657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8pPr>
            <a:lvl9pPr indent="-304800" lvl="8" marL="4114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Lst>
  <mc:AlternateContent>
    <mc:Choice Requires="p14">
      <p:transition p14:dur="100">
        <p:fade thruBlk="1"/>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75">
          <p15:clr>
            <a:srgbClr val="E46962"/>
          </p15:clr>
        </p15:guide>
        <p15:guide id="2" orient="horz" pos="3061">
          <p15:clr>
            <a:srgbClr val="E46962"/>
          </p15:clr>
        </p15:guide>
        <p15:guide id="3" orient="horz" pos="175">
          <p15:clr>
            <a:srgbClr val="E46962"/>
          </p15:clr>
        </p15:guide>
        <p15:guide id="4" pos="5585">
          <p15:clr>
            <a:srgbClr val="E46962"/>
          </p15:clr>
        </p15:guide>
        <p15:guide id="5" orient="horz" pos="1620">
          <p15:clr>
            <a:srgbClr val="E46962"/>
          </p15:clr>
        </p15:guide>
        <p15:guide id="6" pos="288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hyperlink" Target="https://www.epa.gov/outdoor-air-quality-data"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hyperlink" Target="https://www.epa.gov/outdoor-air-quality-data" TargetMode="External"/><Relationship Id="rId5" Type="http://schemas.openxmlformats.org/officeDocument/2006/relationships/hyperlink" Target="http://readme.md" TargetMode="External"/><Relationship Id="rId6" Type="http://schemas.openxmlformats.org/officeDocument/2006/relationships/hyperlink" Target="https://github.com/AndrewWillis7/Energy-Vs-Air-Quality-Heatmap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6"/>
          <p:cNvSpPr txBox="1"/>
          <p:nvPr>
            <p:ph idx="1" type="subTitle"/>
          </p:nvPr>
        </p:nvSpPr>
        <p:spPr>
          <a:xfrm>
            <a:off x="821004" y="4044275"/>
            <a:ext cx="5859300" cy="452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With Regards to Energy efficiency providing a predictive model</a:t>
            </a:r>
            <a:endParaRPr/>
          </a:p>
        </p:txBody>
      </p:sp>
      <p:sp>
        <p:nvSpPr>
          <p:cNvPr id="398" name="Google Shape;398;p56"/>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Andrew Willis</a:t>
            </a:r>
            <a:endParaRPr/>
          </a:p>
        </p:txBody>
      </p:sp>
      <p:sp>
        <p:nvSpPr>
          <p:cNvPr id="399" name="Google Shape;399;p56"/>
          <p:cNvSpPr txBox="1"/>
          <p:nvPr>
            <p:ph idx="3" type="subTitle"/>
          </p:nvPr>
        </p:nvSpPr>
        <p:spPr>
          <a:xfrm>
            <a:off x="2679901" y="582750"/>
            <a:ext cx="17433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CSC-423 Datamining</a:t>
            </a:r>
            <a:endParaRPr/>
          </a:p>
        </p:txBody>
      </p:sp>
      <p:sp>
        <p:nvSpPr>
          <p:cNvPr id="400" name="Google Shape;400;p56"/>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11/18/2025</a:t>
            </a:r>
            <a:endParaRPr/>
          </a:p>
        </p:txBody>
      </p:sp>
      <p:sp>
        <p:nvSpPr>
          <p:cNvPr id="401" name="Google Shape;401;p56"/>
          <p:cNvSpPr txBox="1"/>
          <p:nvPr>
            <p:ph type="title"/>
          </p:nvPr>
        </p:nvSpPr>
        <p:spPr>
          <a:xfrm>
            <a:off x="795525" y="2323100"/>
            <a:ext cx="4838100" cy="1453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Spatial Mapping of Air Quality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7"/>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07" name="Google Shape;407;p57"/>
          <p:cNvSpPr txBox="1"/>
          <p:nvPr>
            <p:ph type="title"/>
          </p:nvPr>
        </p:nvSpPr>
        <p:spPr>
          <a:xfrm>
            <a:off x="625375" y="485800"/>
            <a:ext cx="7987200" cy="3993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3300"/>
              <a:t>Air pollution remains one of the leading environmental health risks in the United States, with regional disparities linked to differences in energy production and policy. As states transition toward renewable energy, it is important to quantify how clean energy adoption influences air quality outcomes over time.</a:t>
            </a:r>
            <a:r>
              <a:rPr lang="en" sz="3300"/>
              <a:t> </a:t>
            </a:r>
            <a:endParaRPr sz="33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8"/>
          <p:cNvSpPr txBox="1"/>
          <p:nvPr>
            <p:ph idx="1" type="subTitle"/>
          </p:nvPr>
        </p:nvSpPr>
        <p:spPr>
          <a:xfrm>
            <a:off x="4539825" y="3178291"/>
            <a:ext cx="4325700" cy="452700"/>
          </a:xfrm>
          <a:prstGeom prst="rect">
            <a:avLst/>
          </a:prstGeom>
        </p:spPr>
        <p:txBody>
          <a:bodyPr anchorCtr="0" anchor="b" bIns="91425" lIns="91425" spcFirstLastPara="1" rIns="0" wrap="square" tIns="91425">
            <a:noAutofit/>
          </a:bodyPr>
          <a:lstStyle/>
          <a:p>
            <a:pPr indent="0" lvl="0" marL="0" rtl="0" algn="l">
              <a:spcBef>
                <a:spcPts val="0"/>
              </a:spcBef>
              <a:spcAft>
                <a:spcPts val="0"/>
              </a:spcAft>
              <a:buNone/>
            </a:pPr>
            <a:r>
              <a:rPr lang="en"/>
              <a:t>1. </a:t>
            </a:r>
            <a:r>
              <a:rPr lang="en"/>
              <a:t>Acquired</a:t>
            </a:r>
            <a:r>
              <a:rPr lang="en"/>
              <a:t> Data</a:t>
            </a:r>
            <a:endParaRPr/>
          </a:p>
        </p:txBody>
      </p:sp>
      <p:sp>
        <p:nvSpPr>
          <p:cNvPr id="413" name="Google Shape;413;p58"/>
          <p:cNvSpPr txBox="1"/>
          <p:nvPr>
            <p:ph idx="2" type="subTitle"/>
          </p:nvPr>
        </p:nvSpPr>
        <p:spPr>
          <a:xfrm>
            <a:off x="4539825" y="3792808"/>
            <a:ext cx="4325700" cy="452700"/>
          </a:xfrm>
          <a:prstGeom prst="rect">
            <a:avLst/>
          </a:prstGeom>
        </p:spPr>
        <p:txBody>
          <a:bodyPr anchorCtr="0" anchor="b" bIns="91425" lIns="91425" spcFirstLastPara="1" rIns="0" wrap="square" tIns="91425">
            <a:noAutofit/>
          </a:bodyPr>
          <a:lstStyle/>
          <a:p>
            <a:pPr indent="0" lvl="0" marL="0" rtl="0" algn="l">
              <a:spcBef>
                <a:spcPts val="0"/>
              </a:spcBef>
              <a:spcAft>
                <a:spcPts val="0"/>
              </a:spcAft>
              <a:buNone/>
            </a:pPr>
            <a:r>
              <a:rPr lang="en"/>
              <a:t>2. Technique</a:t>
            </a:r>
            <a:endParaRPr/>
          </a:p>
        </p:txBody>
      </p:sp>
      <p:sp>
        <p:nvSpPr>
          <p:cNvPr id="414" name="Google Shape;414;p58"/>
          <p:cNvSpPr txBox="1"/>
          <p:nvPr>
            <p:ph idx="3" type="subTitle"/>
          </p:nvPr>
        </p:nvSpPr>
        <p:spPr>
          <a:xfrm>
            <a:off x="4539825" y="4407325"/>
            <a:ext cx="4325700" cy="452700"/>
          </a:xfrm>
          <a:prstGeom prst="rect">
            <a:avLst/>
          </a:prstGeom>
        </p:spPr>
        <p:txBody>
          <a:bodyPr anchorCtr="0" anchor="b" bIns="91425" lIns="91425" spcFirstLastPara="1" rIns="0" wrap="square" tIns="91425">
            <a:noAutofit/>
          </a:bodyPr>
          <a:lstStyle/>
          <a:p>
            <a:pPr indent="0" lvl="0" marL="0" rtl="0" algn="l">
              <a:spcBef>
                <a:spcPts val="0"/>
              </a:spcBef>
              <a:spcAft>
                <a:spcPts val="0"/>
              </a:spcAft>
              <a:buNone/>
            </a:pPr>
            <a:r>
              <a:rPr lang="en"/>
              <a:t>3. Post Processing</a:t>
            </a:r>
            <a:endParaRPr/>
          </a:p>
        </p:txBody>
      </p:sp>
      <p:sp>
        <p:nvSpPr>
          <p:cNvPr id="415" name="Google Shape;415;p58"/>
          <p:cNvSpPr txBox="1"/>
          <p:nvPr>
            <p:ph type="title"/>
          </p:nvPr>
        </p:nvSpPr>
        <p:spPr>
          <a:xfrm>
            <a:off x="277425" y="2056225"/>
            <a:ext cx="3541500" cy="2803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Results</a:t>
            </a:r>
            <a:endParaRPr/>
          </a:p>
        </p:txBody>
      </p:sp>
      <p:sp>
        <p:nvSpPr>
          <p:cNvPr id="416" name="Google Shape;416;p58"/>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11/18/2025</a:t>
            </a:r>
            <a:endParaRPr/>
          </a:p>
        </p:txBody>
      </p:sp>
      <p:sp>
        <p:nvSpPr>
          <p:cNvPr id="417" name="Google Shape;417;p58"/>
          <p:cNvSpPr txBox="1"/>
          <p:nvPr>
            <p:ph idx="4"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Andrew Willis</a:t>
            </a:r>
            <a:endParaRPr/>
          </a:p>
        </p:txBody>
      </p:sp>
      <p:sp>
        <p:nvSpPr>
          <p:cNvPr id="418" name="Google Shape;418;p58"/>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9"/>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24" name="Google Shape;424;p59"/>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425" name="Google Shape;425;p59"/>
          <p:cNvSpPr txBox="1"/>
          <p:nvPr>
            <p:ph type="title"/>
          </p:nvPr>
        </p:nvSpPr>
        <p:spPr>
          <a:xfrm>
            <a:off x="2598475" y="3493075"/>
            <a:ext cx="5985300" cy="994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Acquired Data</a:t>
            </a:r>
            <a:endParaRPr/>
          </a:p>
        </p:txBody>
      </p:sp>
      <p:sp>
        <p:nvSpPr>
          <p:cNvPr id="426" name="Google Shape;426;p59"/>
          <p:cNvSpPr txBox="1"/>
          <p:nvPr>
            <p:ph type="title"/>
          </p:nvPr>
        </p:nvSpPr>
        <p:spPr>
          <a:xfrm>
            <a:off x="0" y="0"/>
            <a:ext cx="9144000" cy="37509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2400"/>
              <a:t>Data: </a:t>
            </a:r>
            <a:r>
              <a:rPr lang="en" sz="2400" u="sng">
                <a:solidFill>
                  <a:schemeClr val="hlink"/>
                </a:solidFill>
                <a:hlinkClick r:id="rId3"/>
              </a:rPr>
              <a:t>https://www.epa.gov/outdoor-air-quality-data</a:t>
            </a:r>
            <a:endParaRPr sz="2400"/>
          </a:p>
          <a:p>
            <a:pPr indent="0" lvl="0" marL="0" rtl="0" algn="ctr">
              <a:spcBef>
                <a:spcPts val="0"/>
              </a:spcBef>
              <a:spcAft>
                <a:spcPts val="0"/>
              </a:spcAft>
              <a:buNone/>
            </a:pPr>
            <a:r>
              <a:t/>
            </a:r>
            <a:endParaRPr sz="2400"/>
          </a:p>
          <a:p>
            <a:pPr indent="0" lvl="0" marL="0" rtl="0" algn="ctr">
              <a:spcBef>
                <a:spcPts val="0"/>
              </a:spcBef>
              <a:spcAft>
                <a:spcPts val="0"/>
              </a:spcAft>
              <a:buNone/>
            </a:pPr>
            <a:r>
              <a:rPr lang="en" sz="2400"/>
              <a:t>PyPy: plotly, matplotlib, scikit, tqdm, pandas, numpy</a:t>
            </a:r>
            <a:endParaRPr sz="2400"/>
          </a:p>
          <a:p>
            <a:pPr indent="0" lvl="0" marL="0" rtl="0" algn="ctr">
              <a:spcBef>
                <a:spcPts val="0"/>
              </a:spcBef>
              <a:spcAft>
                <a:spcPts val="0"/>
              </a:spcAft>
              <a:buNone/>
            </a:pPr>
            <a:r>
              <a:t/>
            </a:r>
            <a:endParaRPr sz="2400"/>
          </a:p>
          <a:p>
            <a:pPr indent="0" lvl="0" marL="0" rtl="0" algn="ctr">
              <a:spcBef>
                <a:spcPts val="0"/>
              </a:spcBef>
              <a:spcAft>
                <a:spcPts val="0"/>
              </a:spcAft>
              <a:buNone/>
            </a:pPr>
            <a:r>
              <a:rPr lang="en" sz="2400"/>
              <a:t>Built-in: dataclasses, pathlib, typing, json, logging, webbrowser, argparse </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0"/>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32" name="Google Shape;432;p60"/>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433" name="Google Shape;433;p60"/>
          <p:cNvSpPr txBox="1"/>
          <p:nvPr>
            <p:ph type="title"/>
          </p:nvPr>
        </p:nvSpPr>
        <p:spPr>
          <a:xfrm>
            <a:off x="2598475" y="3493075"/>
            <a:ext cx="5985300" cy="994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Technique</a:t>
            </a:r>
            <a:endParaRPr/>
          </a:p>
        </p:txBody>
      </p:sp>
      <p:pic>
        <p:nvPicPr>
          <p:cNvPr id="434" name="Google Shape;434;p60"/>
          <p:cNvPicPr preferRelativeResize="0"/>
          <p:nvPr/>
        </p:nvPicPr>
        <p:blipFill>
          <a:blip r:embed="rId3">
            <a:alphaModFix/>
          </a:blip>
          <a:stretch>
            <a:fillRect/>
          </a:stretch>
        </p:blipFill>
        <p:spPr>
          <a:xfrm>
            <a:off x="787975" y="470275"/>
            <a:ext cx="1810500" cy="2957100"/>
          </a:xfrm>
          <a:prstGeom prst="roundRect">
            <a:avLst>
              <a:gd fmla="val 16667" name="adj"/>
            </a:avLst>
          </a:prstGeom>
          <a:noFill/>
          <a:ln>
            <a:noFill/>
          </a:ln>
        </p:spPr>
      </p:pic>
      <p:pic>
        <p:nvPicPr>
          <p:cNvPr id="435" name="Google Shape;435;p60"/>
          <p:cNvPicPr preferRelativeResize="0"/>
          <p:nvPr/>
        </p:nvPicPr>
        <p:blipFill>
          <a:blip r:embed="rId4">
            <a:alphaModFix/>
          </a:blip>
          <a:stretch>
            <a:fillRect/>
          </a:stretch>
        </p:blipFill>
        <p:spPr>
          <a:xfrm>
            <a:off x="3095125" y="470263"/>
            <a:ext cx="5632800" cy="3188400"/>
          </a:xfrm>
          <a:prstGeom prst="roundRect">
            <a:avLst>
              <a:gd fmla="val 16667" name="adj"/>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1"/>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41" name="Google Shape;441;p61"/>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3a</a:t>
            </a:r>
            <a:endParaRPr/>
          </a:p>
        </p:txBody>
      </p:sp>
      <p:sp>
        <p:nvSpPr>
          <p:cNvPr id="442" name="Google Shape;442;p61"/>
          <p:cNvSpPr txBox="1"/>
          <p:nvPr>
            <p:ph type="title"/>
          </p:nvPr>
        </p:nvSpPr>
        <p:spPr>
          <a:xfrm>
            <a:off x="2598475" y="3493075"/>
            <a:ext cx="5985300" cy="994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Post Processing</a:t>
            </a:r>
            <a:endParaRPr/>
          </a:p>
        </p:txBody>
      </p:sp>
      <p:pic>
        <p:nvPicPr>
          <p:cNvPr id="443" name="Google Shape;443;p61"/>
          <p:cNvPicPr preferRelativeResize="0"/>
          <p:nvPr/>
        </p:nvPicPr>
        <p:blipFill rotWithShape="1">
          <a:blip r:embed="rId3">
            <a:alphaModFix/>
          </a:blip>
          <a:srcRect b="0" l="6598" r="33959" t="0"/>
          <a:stretch/>
        </p:blipFill>
        <p:spPr>
          <a:xfrm>
            <a:off x="811650" y="485675"/>
            <a:ext cx="4801200" cy="3188400"/>
          </a:xfrm>
          <a:prstGeom prst="roundRect">
            <a:avLst>
              <a:gd fmla="val 16667" name="adj"/>
            </a:avLst>
          </a:prstGeom>
          <a:noFill/>
          <a:ln>
            <a:noFill/>
          </a:ln>
        </p:spPr>
      </p:pic>
      <p:pic>
        <p:nvPicPr>
          <p:cNvPr id="444" name="Google Shape;444;p61"/>
          <p:cNvPicPr preferRelativeResize="0"/>
          <p:nvPr/>
        </p:nvPicPr>
        <p:blipFill rotWithShape="1">
          <a:blip r:embed="rId3">
            <a:alphaModFix/>
          </a:blip>
          <a:srcRect b="0" l="94476" r="0" t="0"/>
          <a:stretch/>
        </p:blipFill>
        <p:spPr>
          <a:xfrm>
            <a:off x="5768603" y="485675"/>
            <a:ext cx="446100" cy="3188400"/>
          </a:xfrm>
          <a:prstGeom prst="roundRect">
            <a:avLst>
              <a:gd fmla="val 16667" name="adj"/>
            </a:avLst>
          </a:prstGeom>
          <a:noFill/>
          <a:ln>
            <a:noFill/>
          </a:ln>
        </p:spPr>
      </p:pic>
      <p:sp>
        <p:nvSpPr>
          <p:cNvPr id="445" name="Google Shape;445;p61"/>
          <p:cNvSpPr txBox="1"/>
          <p:nvPr>
            <p:ph type="title"/>
          </p:nvPr>
        </p:nvSpPr>
        <p:spPr>
          <a:xfrm>
            <a:off x="6370450" y="485675"/>
            <a:ext cx="2213400" cy="3188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2800"/>
              <a:t>County Level AQI - 2025 Raw Data</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2"/>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51" name="Google Shape;451;p62"/>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3b</a:t>
            </a:r>
            <a:endParaRPr/>
          </a:p>
        </p:txBody>
      </p:sp>
      <p:sp>
        <p:nvSpPr>
          <p:cNvPr id="452" name="Google Shape;452;p62"/>
          <p:cNvSpPr txBox="1"/>
          <p:nvPr>
            <p:ph type="title"/>
          </p:nvPr>
        </p:nvSpPr>
        <p:spPr>
          <a:xfrm>
            <a:off x="2598475" y="3493075"/>
            <a:ext cx="5985300" cy="994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Post Processing</a:t>
            </a:r>
            <a:endParaRPr/>
          </a:p>
        </p:txBody>
      </p:sp>
      <p:pic>
        <p:nvPicPr>
          <p:cNvPr id="453" name="Google Shape;453;p62"/>
          <p:cNvPicPr preferRelativeResize="0"/>
          <p:nvPr/>
        </p:nvPicPr>
        <p:blipFill rotWithShape="1">
          <a:blip r:embed="rId3">
            <a:alphaModFix/>
          </a:blip>
          <a:srcRect b="0" l="12409" r="32657" t="0"/>
          <a:stretch/>
        </p:blipFill>
        <p:spPr>
          <a:xfrm>
            <a:off x="811600" y="431650"/>
            <a:ext cx="4494900" cy="3188400"/>
          </a:xfrm>
          <a:prstGeom prst="roundRect">
            <a:avLst>
              <a:gd fmla="val 16667" name="adj"/>
            </a:avLst>
          </a:prstGeom>
          <a:noFill/>
          <a:ln>
            <a:noFill/>
          </a:ln>
        </p:spPr>
      </p:pic>
      <p:pic>
        <p:nvPicPr>
          <p:cNvPr id="454" name="Google Shape;454;p62"/>
          <p:cNvPicPr preferRelativeResize="0"/>
          <p:nvPr/>
        </p:nvPicPr>
        <p:blipFill rotWithShape="1">
          <a:blip r:embed="rId3">
            <a:alphaModFix/>
          </a:blip>
          <a:srcRect b="0" l="93994" r="0" t="0"/>
          <a:stretch/>
        </p:blipFill>
        <p:spPr>
          <a:xfrm>
            <a:off x="5621842" y="431638"/>
            <a:ext cx="491400" cy="3188400"/>
          </a:xfrm>
          <a:prstGeom prst="roundRect">
            <a:avLst>
              <a:gd fmla="val 16667" name="adj"/>
            </a:avLst>
          </a:prstGeom>
          <a:noFill/>
          <a:ln>
            <a:noFill/>
          </a:ln>
        </p:spPr>
      </p:pic>
      <p:sp>
        <p:nvSpPr>
          <p:cNvPr id="455" name="Google Shape;455;p62"/>
          <p:cNvSpPr txBox="1"/>
          <p:nvPr>
            <p:ph type="title"/>
          </p:nvPr>
        </p:nvSpPr>
        <p:spPr>
          <a:xfrm>
            <a:off x="6370450" y="485675"/>
            <a:ext cx="2213400" cy="3188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2800"/>
              <a:t>State</a:t>
            </a:r>
            <a:r>
              <a:rPr lang="en" sz="2800"/>
              <a:t> Level AQI - 2025 Raw Data</a:t>
            </a: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3"/>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61" name="Google Shape;461;p63"/>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3c</a:t>
            </a:r>
            <a:endParaRPr/>
          </a:p>
        </p:txBody>
      </p:sp>
      <p:sp>
        <p:nvSpPr>
          <p:cNvPr id="462" name="Google Shape;462;p63"/>
          <p:cNvSpPr txBox="1"/>
          <p:nvPr>
            <p:ph type="title"/>
          </p:nvPr>
        </p:nvSpPr>
        <p:spPr>
          <a:xfrm>
            <a:off x="2598475" y="3493075"/>
            <a:ext cx="5985300" cy="994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Post Processing</a:t>
            </a:r>
            <a:endParaRPr/>
          </a:p>
        </p:txBody>
      </p:sp>
      <p:pic>
        <p:nvPicPr>
          <p:cNvPr id="463" name="Google Shape;463;p63"/>
          <p:cNvPicPr preferRelativeResize="0"/>
          <p:nvPr/>
        </p:nvPicPr>
        <p:blipFill rotWithShape="1">
          <a:blip r:embed="rId3">
            <a:alphaModFix/>
          </a:blip>
          <a:srcRect b="0" l="93994" r="0" t="0"/>
          <a:stretch/>
        </p:blipFill>
        <p:spPr>
          <a:xfrm>
            <a:off x="5621842" y="431638"/>
            <a:ext cx="491400" cy="3188400"/>
          </a:xfrm>
          <a:prstGeom prst="roundRect">
            <a:avLst>
              <a:gd fmla="val 16667" name="adj"/>
            </a:avLst>
          </a:prstGeom>
          <a:noFill/>
          <a:ln>
            <a:noFill/>
          </a:ln>
        </p:spPr>
      </p:pic>
      <p:sp>
        <p:nvSpPr>
          <p:cNvPr id="464" name="Google Shape;464;p63"/>
          <p:cNvSpPr txBox="1"/>
          <p:nvPr>
            <p:ph type="title"/>
          </p:nvPr>
        </p:nvSpPr>
        <p:spPr>
          <a:xfrm>
            <a:off x="6370450" y="485675"/>
            <a:ext cx="2213400" cy="3188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2800"/>
              <a:t>State Level AQI - 2026 Predicted</a:t>
            </a:r>
            <a:endParaRPr sz="2000"/>
          </a:p>
        </p:txBody>
      </p:sp>
      <p:pic>
        <p:nvPicPr>
          <p:cNvPr id="465" name="Google Shape;465;p63"/>
          <p:cNvPicPr preferRelativeResize="0"/>
          <p:nvPr/>
        </p:nvPicPr>
        <p:blipFill rotWithShape="1">
          <a:blip r:embed="rId4">
            <a:alphaModFix/>
          </a:blip>
          <a:srcRect b="0" l="15622" r="6617" t="0"/>
          <a:stretch/>
        </p:blipFill>
        <p:spPr>
          <a:xfrm>
            <a:off x="1230050" y="591550"/>
            <a:ext cx="4134600" cy="2868600"/>
          </a:xfrm>
          <a:prstGeom prst="roundRect">
            <a:avLst>
              <a:gd fmla="val 16667" name="adj"/>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64"/>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71" name="Google Shape;471;p64"/>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3d</a:t>
            </a:r>
            <a:endParaRPr/>
          </a:p>
        </p:txBody>
      </p:sp>
      <p:sp>
        <p:nvSpPr>
          <p:cNvPr id="472" name="Google Shape;472;p64"/>
          <p:cNvSpPr txBox="1"/>
          <p:nvPr>
            <p:ph type="title"/>
          </p:nvPr>
        </p:nvSpPr>
        <p:spPr>
          <a:xfrm>
            <a:off x="2598475" y="3493075"/>
            <a:ext cx="5985300" cy="994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Post Processing</a:t>
            </a:r>
            <a:endParaRPr/>
          </a:p>
        </p:txBody>
      </p:sp>
      <p:pic>
        <p:nvPicPr>
          <p:cNvPr id="473" name="Google Shape;473;p64"/>
          <p:cNvPicPr preferRelativeResize="0"/>
          <p:nvPr/>
        </p:nvPicPr>
        <p:blipFill rotWithShape="1">
          <a:blip r:embed="rId3">
            <a:alphaModFix/>
          </a:blip>
          <a:srcRect b="3454" l="1317" r="1821" t="2161"/>
          <a:stretch/>
        </p:blipFill>
        <p:spPr>
          <a:xfrm>
            <a:off x="0" y="787075"/>
            <a:ext cx="4569600" cy="2706000"/>
          </a:xfrm>
          <a:prstGeom prst="roundRect">
            <a:avLst>
              <a:gd fmla="val 16667" name="adj"/>
            </a:avLst>
          </a:prstGeom>
          <a:noFill/>
          <a:ln>
            <a:noFill/>
          </a:ln>
        </p:spPr>
      </p:pic>
      <p:pic>
        <p:nvPicPr>
          <p:cNvPr id="474" name="Google Shape;474;p64"/>
          <p:cNvPicPr preferRelativeResize="0"/>
          <p:nvPr/>
        </p:nvPicPr>
        <p:blipFill rotWithShape="1">
          <a:blip r:embed="rId4">
            <a:alphaModFix/>
          </a:blip>
          <a:srcRect b="0" l="0" r="0" t="1555"/>
          <a:stretch/>
        </p:blipFill>
        <p:spPr>
          <a:xfrm>
            <a:off x="4810350" y="915925"/>
            <a:ext cx="4163100" cy="2448300"/>
          </a:xfrm>
          <a:prstGeom prst="roundRect">
            <a:avLst>
              <a:gd fmla="val 16667" name="adj"/>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5"/>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80" name="Google Shape;480;p65"/>
          <p:cNvSpPr txBox="1"/>
          <p:nvPr>
            <p:ph type="title"/>
          </p:nvPr>
        </p:nvSpPr>
        <p:spPr>
          <a:xfrm>
            <a:off x="625375" y="485800"/>
            <a:ext cx="7987200" cy="399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300"/>
              <a:t>When given positive energy outlooks, the Air quality will improve generally as seen by the model.</a:t>
            </a:r>
            <a:endParaRPr sz="33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66"/>
          <p:cNvSpPr txBox="1"/>
          <p:nvPr>
            <p:ph type="title"/>
          </p:nvPr>
        </p:nvSpPr>
        <p:spPr>
          <a:xfrm>
            <a:off x="625375" y="2731850"/>
            <a:ext cx="4034400" cy="1746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Resources</a:t>
            </a:r>
            <a:endParaRPr/>
          </a:p>
        </p:txBody>
      </p:sp>
      <p:pic>
        <p:nvPicPr>
          <p:cNvPr id="486" name="Google Shape;486;p66"/>
          <p:cNvPicPr preferRelativeResize="0"/>
          <p:nvPr/>
        </p:nvPicPr>
        <p:blipFill>
          <a:blip r:embed="rId3">
            <a:alphaModFix/>
          </a:blip>
          <a:stretch>
            <a:fillRect/>
          </a:stretch>
        </p:blipFill>
        <p:spPr>
          <a:xfrm>
            <a:off x="625375" y="627900"/>
            <a:ext cx="610500" cy="610500"/>
          </a:xfrm>
          <a:prstGeom prst="rect">
            <a:avLst/>
          </a:prstGeom>
          <a:noFill/>
          <a:ln>
            <a:noFill/>
          </a:ln>
        </p:spPr>
      </p:pic>
      <p:cxnSp>
        <p:nvCxnSpPr>
          <p:cNvPr id="487" name="Google Shape;487;p66"/>
          <p:cNvCxnSpPr/>
          <p:nvPr/>
        </p:nvCxnSpPr>
        <p:spPr>
          <a:xfrm>
            <a:off x="5260800" y="278400"/>
            <a:ext cx="0" cy="4581900"/>
          </a:xfrm>
          <a:prstGeom prst="straightConnector1">
            <a:avLst/>
          </a:prstGeom>
          <a:noFill/>
          <a:ln cap="flat" cmpd="sng" w="9525">
            <a:solidFill>
              <a:schemeClr val="dk2"/>
            </a:solidFill>
            <a:prstDash val="solid"/>
            <a:round/>
            <a:headEnd len="med" w="med" type="none"/>
            <a:tailEnd len="med" w="med" type="none"/>
          </a:ln>
        </p:spPr>
      </p:cxnSp>
      <p:sp>
        <p:nvSpPr>
          <p:cNvPr id="488" name="Google Shape;488;p66"/>
          <p:cNvSpPr txBox="1"/>
          <p:nvPr/>
        </p:nvSpPr>
        <p:spPr>
          <a:xfrm>
            <a:off x="5594950" y="3328475"/>
            <a:ext cx="2941500" cy="1181400"/>
          </a:xfrm>
          <a:prstGeom prst="rect">
            <a:avLst/>
          </a:prstGeom>
          <a:noFill/>
          <a:ln>
            <a:noFill/>
          </a:ln>
        </p:spPr>
        <p:txBody>
          <a:bodyPr anchorCtr="0" anchor="b" bIns="91425" lIns="0" spcFirstLastPara="1" rIns="0" wrap="square" tIns="0">
            <a:noAutofit/>
          </a:bodyPr>
          <a:lstStyle/>
          <a:p>
            <a:pPr indent="0" lvl="0" marL="0" rtl="0" algn="l">
              <a:lnSpc>
                <a:spcPct val="90000"/>
              </a:lnSpc>
              <a:spcBef>
                <a:spcPts val="0"/>
              </a:spcBef>
              <a:spcAft>
                <a:spcPts val="0"/>
              </a:spcAft>
              <a:buClr>
                <a:schemeClr val="lt1"/>
              </a:buClr>
              <a:buSzPts val="1100"/>
              <a:buNone/>
            </a:pPr>
            <a:r>
              <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None/>
            </a:pPr>
            <a:r>
              <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None/>
            </a:pPr>
            <a:r>
              <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Font typeface="Arial"/>
              <a:buNone/>
            </a:pPr>
            <a:r>
              <a:rPr lang="en" sz="1600">
                <a:solidFill>
                  <a:schemeClr val="dk1"/>
                </a:solidFill>
                <a:latin typeface="Arimo"/>
                <a:ea typeface="Arimo"/>
                <a:cs typeface="Arimo"/>
                <a:sym typeface="Arimo"/>
              </a:rPr>
              <a:t>Thank you!</a:t>
            </a:r>
            <a:endParaRPr sz="1600">
              <a:solidFill>
                <a:schemeClr val="dk1"/>
              </a:solidFill>
              <a:latin typeface="Arimo"/>
              <a:ea typeface="Arimo"/>
              <a:cs typeface="Arimo"/>
              <a:sym typeface="Arimo"/>
            </a:endParaRPr>
          </a:p>
        </p:txBody>
      </p:sp>
      <p:sp>
        <p:nvSpPr>
          <p:cNvPr id="489" name="Google Shape;489;p66"/>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90" name="Google Shape;490;p66"/>
          <p:cNvSpPr txBox="1"/>
          <p:nvPr>
            <p:ph type="title"/>
          </p:nvPr>
        </p:nvSpPr>
        <p:spPr>
          <a:xfrm>
            <a:off x="1414725" y="776550"/>
            <a:ext cx="3667200" cy="23076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sz="1900"/>
              <a:t>Data: </a:t>
            </a:r>
            <a:r>
              <a:rPr lang="en" sz="1900" u="sng">
                <a:solidFill>
                  <a:schemeClr val="hlink"/>
                </a:solidFill>
                <a:hlinkClick r:id="rId4"/>
              </a:rPr>
              <a:t>https://www.epa.gov/outdoor-air-quality-data</a:t>
            </a:r>
            <a:endParaRPr sz="1900"/>
          </a:p>
          <a:p>
            <a:pPr indent="0" lvl="0" marL="0" rtl="0" algn="ctr">
              <a:spcBef>
                <a:spcPts val="0"/>
              </a:spcBef>
              <a:spcAft>
                <a:spcPts val="0"/>
              </a:spcAft>
              <a:buNone/>
            </a:pPr>
            <a:r>
              <a:t/>
            </a:r>
            <a:endParaRPr sz="1900"/>
          </a:p>
          <a:p>
            <a:pPr indent="0" lvl="0" marL="0" rtl="0" algn="ctr">
              <a:spcBef>
                <a:spcPts val="0"/>
              </a:spcBef>
              <a:spcAft>
                <a:spcPts val="0"/>
              </a:spcAft>
              <a:buNone/>
            </a:pPr>
            <a:r>
              <a:rPr lang="en" sz="1900"/>
              <a:t>PyPy: plotly, matplotlib, scikit, tqdm, pandas, numpy</a:t>
            </a:r>
            <a:endParaRPr sz="1900"/>
          </a:p>
          <a:p>
            <a:pPr indent="0" lvl="0" marL="0" rtl="0" algn="ctr">
              <a:spcBef>
                <a:spcPts val="0"/>
              </a:spcBef>
              <a:spcAft>
                <a:spcPts val="0"/>
              </a:spcAft>
              <a:buNone/>
            </a:pPr>
            <a:r>
              <a:t/>
            </a:r>
            <a:endParaRPr sz="1900"/>
          </a:p>
          <a:p>
            <a:pPr indent="0" lvl="0" marL="0" rtl="0" algn="ctr">
              <a:spcBef>
                <a:spcPts val="0"/>
              </a:spcBef>
              <a:spcAft>
                <a:spcPts val="0"/>
              </a:spcAft>
              <a:buNone/>
            </a:pPr>
            <a:r>
              <a:rPr lang="en" sz="1900"/>
              <a:t>Built-in: dataclasses, pathlib, typing, json, logging, webbrowser, argparse </a:t>
            </a:r>
            <a:endParaRPr sz="1900"/>
          </a:p>
        </p:txBody>
      </p:sp>
      <p:sp>
        <p:nvSpPr>
          <p:cNvPr id="491" name="Google Shape;491;p66"/>
          <p:cNvSpPr txBox="1"/>
          <p:nvPr>
            <p:ph type="title"/>
          </p:nvPr>
        </p:nvSpPr>
        <p:spPr>
          <a:xfrm>
            <a:off x="5323850" y="510818"/>
            <a:ext cx="3667200" cy="23076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sz="1900"/>
              <a:t>Instructions for use are on the </a:t>
            </a:r>
            <a:r>
              <a:rPr lang="en" sz="1900" u="sng">
                <a:solidFill>
                  <a:schemeClr val="hlink"/>
                </a:solidFill>
                <a:hlinkClick r:id="rId5"/>
              </a:rPr>
              <a:t>README.md</a:t>
            </a:r>
            <a:r>
              <a:rPr lang="en" sz="1900"/>
              <a:t> on my Github:</a:t>
            </a:r>
            <a:br>
              <a:rPr lang="en" sz="1900"/>
            </a:br>
            <a:br>
              <a:rPr lang="en" sz="1900"/>
            </a:br>
            <a:r>
              <a:rPr lang="en" sz="1900" u="sng">
                <a:solidFill>
                  <a:schemeClr val="hlink"/>
                </a:solidFill>
                <a:hlinkClick r:id="rId6"/>
              </a:rPr>
              <a:t>https://github.com/AndrewWillis7/Energy-Vs-Air-Quality-Heatmaps</a:t>
            </a:r>
            <a:endParaRPr sz="1900"/>
          </a:p>
        </p:txBody>
      </p:sp>
    </p:spTree>
  </p:cSld>
  <p:clrMapOvr>
    <a:masterClrMapping/>
  </p:clrMapOvr>
</p:sld>
</file>

<file path=ppt/theme/theme1.xml><?xml version="1.0" encoding="utf-8"?>
<a:theme xmlns:a="http://schemas.openxmlformats.org/drawingml/2006/main" xmlns:r="http://schemas.openxmlformats.org/officeDocument/2006/relationships" name="Product demo | Human focus">
  <a:themeElements>
    <a:clrScheme name="Simple Light">
      <a:dk1>
        <a:srgbClr val="3C4043"/>
      </a:dk1>
      <a:lt1>
        <a:srgbClr val="000000"/>
      </a:lt1>
      <a:dk2>
        <a:srgbClr val="F4F4F4"/>
      </a:dk2>
      <a:lt2>
        <a:srgbClr val="FFFFFF"/>
      </a:lt2>
      <a:accent1>
        <a:srgbClr val="FDD198"/>
      </a:accent1>
      <a:accent2>
        <a:srgbClr val="F4F4F4"/>
      </a:accent2>
      <a:accent3>
        <a:srgbClr val="B7B7B7"/>
      </a:accent3>
      <a:accent4>
        <a:srgbClr val="FFA767"/>
      </a:accent4>
      <a:accent5>
        <a:srgbClr val="FFF2DC"/>
      </a:accent5>
      <a:accent6>
        <a:srgbClr val="F0C894"/>
      </a:accent6>
      <a:hlink>
        <a:srgbClr val="CAA97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